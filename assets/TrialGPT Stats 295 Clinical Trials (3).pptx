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4" r:id="rId4"/>
    <p:sldMasterId id="2147483705"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5143500" cx="9144000"/>
  <p:notesSz cx="6858000" cy="9144000"/>
  <p:embeddedFontLst>
    <p:embeddedFont>
      <p:font typeface="Montserrat"/>
      <p:regular r:id="rId26"/>
      <p:bold r:id="rId27"/>
      <p:italic r:id="rId28"/>
      <p:boldItalic r:id="rId29"/>
    </p:embeddedFont>
    <p:embeddedFont>
      <p:font typeface="Montserrat Medium"/>
      <p:regular r:id="rId30"/>
      <p:bold r:id="rId31"/>
      <p:italic r:id="rId32"/>
      <p:boldItalic r:id="rId33"/>
    </p:embeddedFont>
    <p:embeddedFont>
      <p:font typeface="Source Serif 4"/>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Montserrat-regular.fntdata"/><Relationship Id="rId25" Type="http://schemas.openxmlformats.org/officeDocument/2006/relationships/slide" Target="slides/slide19.xml"/><Relationship Id="rId28" Type="http://schemas.openxmlformats.org/officeDocument/2006/relationships/font" Target="fonts/Montserrat-italic.fntdata"/><Relationship Id="rId27" Type="http://schemas.openxmlformats.org/officeDocument/2006/relationships/font" Target="fonts/Montserrat-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Montserrat-bold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MontserratMedium-bold.fntdata"/><Relationship Id="rId30" Type="http://schemas.openxmlformats.org/officeDocument/2006/relationships/font" Target="fonts/MontserratMedium-regular.fntdata"/><Relationship Id="rId11" Type="http://schemas.openxmlformats.org/officeDocument/2006/relationships/slide" Target="slides/slide5.xml"/><Relationship Id="rId33" Type="http://schemas.openxmlformats.org/officeDocument/2006/relationships/font" Target="fonts/MontserratMedium-boldItalic.fntdata"/><Relationship Id="rId10" Type="http://schemas.openxmlformats.org/officeDocument/2006/relationships/slide" Target="slides/slide4.xml"/><Relationship Id="rId32" Type="http://schemas.openxmlformats.org/officeDocument/2006/relationships/font" Target="fonts/MontserratMedium-italic.fntdata"/><Relationship Id="rId13" Type="http://schemas.openxmlformats.org/officeDocument/2006/relationships/slide" Target="slides/slide7.xml"/><Relationship Id="rId35" Type="http://schemas.openxmlformats.org/officeDocument/2006/relationships/font" Target="fonts/SourceSerif4-bold.fntdata"/><Relationship Id="rId12" Type="http://schemas.openxmlformats.org/officeDocument/2006/relationships/slide" Target="slides/slide6.xml"/><Relationship Id="rId34" Type="http://schemas.openxmlformats.org/officeDocument/2006/relationships/font" Target="fonts/SourceSerif4-regular.fntdata"/><Relationship Id="rId15" Type="http://schemas.openxmlformats.org/officeDocument/2006/relationships/slide" Target="slides/slide9.xml"/><Relationship Id="rId37" Type="http://schemas.openxmlformats.org/officeDocument/2006/relationships/font" Target="fonts/SourceSerif4-boldItalic.fntdata"/><Relationship Id="rId14" Type="http://schemas.openxmlformats.org/officeDocument/2006/relationships/slide" Target="slides/slide8.xml"/><Relationship Id="rId36" Type="http://schemas.openxmlformats.org/officeDocument/2006/relationships/font" Target="fonts/SourceSerif4-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9d9e12dd83_0_4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39d9e12dd83_0_4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Hello everyone, I’m Nathan Gin, and today I’ll be presenting </a:t>
            </a:r>
            <a:r>
              <a:rPr i="1" lang="en">
                <a:solidFill>
                  <a:schemeClr val="dk1"/>
                </a:solidFill>
              </a:rPr>
              <a:t>TrialGPT: End-to-end Patient-to-Trial Matching with Large Language Models</a:t>
            </a:r>
            <a:r>
              <a:rPr lang="en">
                <a:solidFill>
                  <a:schemeClr val="dk1"/>
                </a:solidFill>
              </a:rPr>
              <a:t>, published in </a:t>
            </a:r>
            <a:r>
              <a:rPr i="1" lang="en">
                <a:solidFill>
                  <a:schemeClr val="dk1"/>
                </a:solidFill>
              </a:rPr>
              <a:t>Nature Communications</a:t>
            </a:r>
            <a:r>
              <a:rPr lang="en">
                <a:solidFill>
                  <a:schemeClr val="dk1"/>
                </a:solidFill>
              </a:rPr>
              <a:t> in 2024.</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In this presentation, I’ll describe the motivation behind using AI for clinical trials, walk you through the TrialGPT system, explain its statistical and clinical relevance, and evaluate its performance from both an AI perspective and a clinical trials methodology perspective — including randomization, blinding, sample size, bias, and validity. I’ll also cover the main limitations and trust considerations of large language models in medical decision support.</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3a542dc42d4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5" name="Google Shape;455;g3a542dc42d4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To start, let’s briefly summarize why eligibility screening matters so much in clinical trials.</a:t>
            </a:r>
            <a:br>
              <a:rPr lang="en">
                <a:solidFill>
                  <a:schemeClr val="dk1"/>
                </a:solidFill>
              </a:rPr>
            </a:br>
            <a:r>
              <a:rPr lang="en">
                <a:solidFill>
                  <a:schemeClr val="dk1"/>
                </a:solidFill>
              </a:rPr>
              <a:t> Randomized controlled trials rely on strict inclusion and exclusion criteria to ensure that the study population is well-defined and appropriate for evaluating treatment effects.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However, these criteria are usually long, complex, and written in unstructured text. Patient records — especially electronic health records — are similarly unstructured, noisy, and inconsistent.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Manual eligibility screening is time-consuming and highly variable across sites and across individual coordinators. Importantly, </a:t>
            </a:r>
            <a:r>
              <a:rPr b="1" lang="en">
                <a:solidFill>
                  <a:schemeClr val="dk1"/>
                </a:solidFill>
              </a:rPr>
              <a:t>randomization only balances groups if the right patients are enrolled</a:t>
            </a:r>
            <a:r>
              <a:rPr lang="en">
                <a:solidFill>
                  <a:schemeClr val="dk1"/>
                </a:solidFill>
              </a:rPr>
              <a:t>. If eligibility screening is inconsistent, biased, or simply incorrect, then even perfect randomization cannot fix the systematic differences between treatment arms.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is one of the biggest threats to internal validity in modern trials.</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a684d47bf1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3a684d47bf1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recruitment step requires matching each patient’s clinical profile to dozens or even hundreds of eligibility criteria written in free text. These criteria are long, nuanced, and variable across trials—one may say ‘no uncontrolled hypertension,’ another might say ‘exclude systolic BP &gt;160,’ and another may imply the same thing indirectly. Patient notes are also unstructured, written by different clinicians in very different styles. Today, trial coordinators manually read all these documents, which is slow, inconsistent, and prone to human error. This creates major delays and biases in clinical research.</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One important point is that even though randomization is the gold standard for creating comparable treatment groups, it only comes into play after recruitment. Randomization cannot fix the biases introduced earlier if the enrolled population is not representative or if key patient groups are missed. In other words: randomization ensures fairness within the trial, but recruitment determines fairness into the trial. TrialGPT focuses on this upstream part, improving how we identify eligible participants before any randomization occurs.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3a542dc42d4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3a542dc42d4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There are over twenty thousand active clinical trials in the United States alone, and every one of them requires detailed eligibility screening. Traditional tools like keyword search or rule-based systems don’t work well, because clinical language is messy. A phrase like ‘high blood sugar’ may never match ‘hyperglycemia’ unless the system understands medical synonymy and context.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Large language models, however, encode text into vectors—numerical representations—where similar meanings are close together in the embedding space. That means they can capture synonyms, medical reasoning, temporal expressions like ‘recent’, and even multi-criterion logic such as ‘history of’ versus ‘active disease’.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leads to much better recall, which is critical: missing an eligible patient is a self-inflicted selection bias that harms generalizability. LLMs can also explain their decisions by pointing to specific sentences in the patient record, something traditional systems can’t do.</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So AI isn’t used here for prediction alone—it’s used for scalable, interpretable, and consistent clinical reasoning across thousands of trials.</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3a542dc42d4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3a542dc42d4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TrialGPT is built as a three-stage pipeline that mirrors the way a clinical coordinator screens patients, but at scale and with much more consistency.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In Stage 1, Retrieval, the model takes a free-text patient note and efficiently pulls a small subset of potentially relevant trials from ClinicalTrials.gov. It reduces a search space of over twenty thousand active trials down to a focused candidate set while maintaining over 90% recall.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In Stage 2, Criterion-level Matching, the model goes through each inclusion and exclusion criterion one by one—just like a human reviewer would. For each criterion, it generates three things: an eligibility label, an explanation, and evidence sentences directly extracted from the patient note. This step is what gives TrialGPT both its interpretability and clinical practicality.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In Stage 3, Trial-level Ranking, all criterion-level decisions are aggregated into overall trial scores. This lets TrialGPT produce a ranked list showing which trials the patient is most likely eligible for.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entire pipeline is end-to-end and runs on GPT-4, which is responsible for understanding clinical text, recognizing synonyms, and performing medical reasoning. The key advantage is that the model doesn’t just output a decision— it shows its work in a way that clinicians can verify.</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3a542dc42d4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3a542dc42d4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To evaluate TrialGPT, the authors used three established patient–trial matching datasets from SIGIR and TREC. These are widely used benchmark cohorts in information retrieval and clinical NLP, and they differ in note length, disease types, and trial complexity. SIGNIR 2016 contains short ER-style notes, whereas the TREC 2021 and 2022 clinical trials tracks contain much longer and more complex oncology notes.”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“Across these cohorts, there are roughly seventy-five thousand patient–trial annotation pairs, each labeled as eligible, excluded or ineligible, or irrelevant. This is important because eligibility decisions rely on evaluating the patient note against hundreds of trials, mirroring the real burden faced by coordinators.”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“These benchmark datasets serve as the first phase of evaluation: they provide controlled, labeled data where TrialGPT’s recall, ranking quality, and criterion-level explanations can be validated before moving to the prospective physician user study.</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3a542dc42d4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3a542dc42d4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slide walks through the first stage of the TrialGPT pipeline: retrieval.</a:t>
            </a:r>
            <a:br>
              <a:rPr lang="en">
                <a:solidFill>
                  <a:schemeClr val="dk1"/>
                </a:solidFill>
              </a:rPr>
            </a:br>
            <a:r>
              <a:rPr lang="en">
                <a:solidFill>
                  <a:schemeClr val="dk1"/>
                </a:solidFill>
              </a:rPr>
              <a:t> The goal here is scale—there are roughly twenty thousand active interventional trials in the U.S., and manually searching them simply isn’t feasible.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TrialGPT begins with an LLM step where GPT-4 extracts up to about 32 clinically-meaningful keywords directly from the patient note. These are not simple bag-of-words terms; they capture diagnoses, symptoms, and synonyms like ‘hyperglycemia’ versus ‘high blood sugar,’ which traditional search engines often miss.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Those keywords are then used in a hybrid retrieval system. We combine </a:t>
            </a:r>
            <a:r>
              <a:rPr b="1" lang="en">
                <a:solidFill>
                  <a:schemeClr val="dk1"/>
                </a:solidFill>
              </a:rPr>
              <a:t>BM25</a:t>
            </a:r>
            <a:r>
              <a:rPr lang="en">
                <a:solidFill>
                  <a:schemeClr val="dk1"/>
                </a:solidFill>
              </a:rPr>
              <a:t>, which is a traditional lexical keyword search, with </a:t>
            </a:r>
            <a:r>
              <a:rPr b="1" lang="en">
                <a:solidFill>
                  <a:schemeClr val="dk1"/>
                </a:solidFill>
              </a:rPr>
              <a:t>MedCPT</a:t>
            </a:r>
            <a:r>
              <a:rPr lang="en">
                <a:solidFill>
                  <a:schemeClr val="dk1"/>
                </a:solidFill>
              </a:rPr>
              <a:t>, which is a biomedical-domain semantic embedding search. Because these two systems capture different signals, TrialGPT fuses their rankings using </a:t>
            </a:r>
            <a:r>
              <a:rPr b="1" lang="en">
                <a:solidFill>
                  <a:schemeClr val="dk1"/>
                </a:solidFill>
              </a:rPr>
              <a:t>Reciprocal Rank Fusion</a:t>
            </a:r>
            <a:r>
              <a:rPr lang="en">
                <a:solidFill>
                  <a:schemeClr val="dk1"/>
                </a:solidFill>
              </a:rPr>
              <a:t>, a standard IR technique that boosts agreement between the two.</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allows the model to narrow the space from around twenty thousand trials down to roughly one thousand high-recall candidates—so we only need the top five or six percent of the database to recover over ninety percent of the truly relevant trials.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retrieval stage is crucial: if you miss a relevant trial now, no amount of matching or reasoning later can recover it. So the design choice here explicitly prioritizes recall while keeping the downstream workload manageable</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3a684d47bf1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3a684d47bf1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Here are the retrieval results.</a:t>
            </a:r>
            <a:br>
              <a:rPr lang="en">
                <a:solidFill>
                  <a:schemeClr val="dk1"/>
                </a:solidFill>
              </a:rPr>
            </a:br>
            <a:r>
              <a:rPr lang="en">
                <a:solidFill>
                  <a:schemeClr val="dk1"/>
                </a:solidFill>
              </a:rPr>
              <a:t> GPT-4-generated keywords substantially outperform both clinicians and GPT-3.5, reaching about </a:t>
            </a:r>
            <a:r>
              <a:rPr b="1" lang="en">
                <a:solidFill>
                  <a:schemeClr val="dk1"/>
                </a:solidFill>
              </a:rPr>
              <a:t>93% recall</a:t>
            </a:r>
            <a:r>
              <a:rPr lang="en">
                <a:solidFill>
                  <a:schemeClr val="dk1"/>
                </a:solidFill>
              </a:rPr>
              <a:t> at depth 500. That’s important because it means the system almost never misses relevant trials.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We combine BM25 and MedCPT using </a:t>
            </a:r>
            <a:r>
              <a:rPr b="1" lang="en">
                <a:solidFill>
                  <a:schemeClr val="dk1"/>
                </a:solidFill>
              </a:rPr>
              <a:t>Reciprocal Rank Fusion</a:t>
            </a:r>
            <a:r>
              <a:rPr lang="en">
                <a:solidFill>
                  <a:schemeClr val="dk1"/>
                </a:solidFill>
              </a:rPr>
              <a:t>, shown in the equation on the right. This gives higher weight to trials consistently ranked well by both retrievers.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plots at the bottom show this clearly — the GPT-4 curves are consistently the highest across all datasets. The key point is that retrieval is now high-recall, so the later matching stage only needs to check trials that are already very likely to be relevant.</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3a684d47bf1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0" name="Google Shape;510;g3a684d47bf1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Now we move into the core of TrialGPT — the criterion-level eligibility module.</a:t>
            </a:r>
            <a:br>
              <a:rPr lang="en">
                <a:solidFill>
                  <a:schemeClr val="dk1"/>
                </a:solidFill>
              </a:rPr>
            </a:br>
            <a:r>
              <a:rPr lang="en">
                <a:solidFill>
                  <a:schemeClr val="dk1"/>
                </a:solidFill>
              </a:rPr>
              <a:t> At this stage, the LLM takes the patient note and reads each eligibility criterion one at a time. For every criterion, it outputs three things: an eligibility label, the exact evidence sentences from the patient note, and a written explanation of its reasoning. This is important clinically because it gives coordinators something they can audit — the model isn’t a black box.”</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figures shown here summarize human evaluation. Panel A shows overall correctness: TrialGPT’s criterion decisions are </a:t>
            </a:r>
            <a:r>
              <a:rPr i="1" lang="en">
                <a:solidFill>
                  <a:schemeClr val="dk1"/>
                </a:solidFill>
              </a:rPr>
              <a:t>mostly correct</a:t>
            </a:r>
            <a:r>
              <a:rPr lang="en">
                <a:solidFill>
                  <a:schemeClr val="dk1"/>
                </a:solidFill>
              </a:rPr>
              <a:t> across all categories. Panel B shows precision, recall, and F1 for three MD annotators versus TrialGPT — and the model performs in the same range as clinicians. Panel C shows confusion matrices for each annotator and for TrialGPT, again highlighting that the model is not perfect but is well calibrated and close to clinician judgment.”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transparency is essential because misclassifying even a single criterion can compromise internal validity. Here, TrialGPT provides both the decision and the justification, enabling clinicians to verify accuracy quickly.</a:t>
            </a:r>
            <a:endParaRPr>
              <a:solidFill>
                <a:schemeClr val="dk1"/>
              </a:solidFill>
            </a:endParaRPr>
          </a:p>
          <a:p>
            <a:pPr indent="0" lvl="0" marL="0" rtl="0" algn="l">
              <a:lnSpc>
                <a:spcPct val="115000"/>
              </a:lnSpc>
              <a:spcBef>
                <a:spcPts val="1200"/>
              </a:spcBef>
              <a:spcAft>
                <a:spcPts val="120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3a684d47bf1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3a684d47bf1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Now we move into how TrialGPT actually generates eligibility predictions.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TrialGPT uses a </a:t>
            </a:r>
            <a:r>
              <a:rPr b="1" lang="en">
                <a:solidFill>
                  <a:schemeClr val="dk1"/>
                </a:solidFill>
              </a:rPr>
              <a:t>cross-encoder</a:t>
            </a:r>
            <a:r>
              <a:rPr lang="en">
                <a:solidFill>
                  <a:schemeClr val="dk1"/>
                </a:solidFill>
              </a:rPr>
              <a:t>—it reads the patient note together with </a:t>
            </a:r>
            <a:r>
              <a:rPr b="1" lang="en">
                <a:solidFill>
                  <a:schemeClr val="dk1"/>
                </a:solidFill>
              </a:rPr>
              <a:t>one criterion</a:t>
            </a:r>
            <a:r>
              <a:rPr lang="en">
                <a:solidFill>
                  <a:schemeClr val="dk1"/>
                </a:solidFill>
              </a:rPr>
              <a:t> at a time. The model outputs an </a:t>
            </a:r>
            <a:r>
              <a:rPr b="1" lang="en">
                <a:solidFill>
                  <a:schemeClr val="dk1"/>
                </a:solidFill>
              </a:rPr>
              <a:t>NLI label</a:t>
            </a:r>
            <a:r>
              <a:rPr lang="en">
                <a:solidFill>
                  <a:schemeClr val="dk1"/>
                </a:solidFill>
              </a:rPr>
              <a:t>: </a:t>
            </a:r>
            <a:r>
              <a:rPr i="1" lang="en">
                <a:solidFill>
                  <a:schemeClr val="dk1"/>
                </a:solidFill>
              </a:rPr>
              <a:t>entailment, contradiction,</a:t>
            </a:r>
            <a:r>
              <a:rPr lang="en">
                <a:solidFill>
                  <a:schemeClr val="dk1"/>
                </a:solidFill>
              </a:rPr>
              <a:t> or </a:t>
            </a:r>
            <a:r>
              <a:rPr i="1" lang="en">
                <a:solidFill>
                  <a:schemeClr val="dk1"/>
                </a:solidFill>
              </a:rPr>
              <a:t>neutral.</a:t>
            </a:r>
            <a:r>
              <a:rPr lang="en">
                <a:solidFill>
                  <a:schemeClr val="dk1"/>
                </a:solidFill>
              </a:rPr>
              <a:t> These are then mapped into clinical eligibility outcomes.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For inclusion:</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i="1" lang="en">
                <a:solidFill>
                  <a:schemeClr val="dk1"/>
                </a:solidFill>
              </a:rPr>
              <a:t>Entailment → Included</a:t>
            </a:r>
            <a:br>
              <a:rPr i="1" lang="en">
                <a:solidFill>
                  <a:schemeClr val="dk1"/>
                </a:solidFill>
              </a:rPr>
            </a:br>
            <a:endParaRPr i="1">
              <a:solidFill>
                <a:schemeClr val="dk1"/>
              </a:solidFill>
            </a:endParaRPr>
          </a:p>
          <a:p>
            <a:pPr indent="-298450" lvl="0" marL="457200" rtl="0" algn="l">
              <a:lnSpc>
                <a:spcPct val="115000"/>
              </a:lnSpc>
              <a:spcBef>
                <a:spcPts val="0"/>
              </a:spcBef>
              <a:spcAft>
                <a:spcPts val="0"/>
              </a:spcAft>
              <a:buClr>
                <a:schemeClr val="dk1"/>
              </a:buClr>
              <a:buSzPts val="1100"/>
              <a:buChar char="●"/>
            </a:pPr>
            <a:r>
              <a:rPr i="1" lang="en">
                <a:solidFill>
                  <a:schemeClr val="dk1"/>
                </a:solidFill>
              </a:rPr>
              <a:t>Contradiction → Not included</a:t>
            </a:r>
            <a:br>
              <a:rPr i="1" lang="en">
                <a:solidFill>
                  <a:schemeClr val="dk1"/>
                </a:solidFill>
              </a:rPr>
            </a:br>
            <a:endParaRPr i="1">
              <a:solidFill>
                <a:schemeClr val="dk1"/>
              </a:solidFill>
            </a:endParaRPr>
          </a:p>
          <a:p>
            <a:pPr indent="-298450" lvl="0" marL="457200" rtl="0" algn="l">
              <a:lnSpc>
                <a:spcPct val="115000"/>
              </a:lnSpc>
              <a:spcBef>
                <a:spcPts val="0"/>
              </a:spcBef>
              <a:spcAft>
                <a:spcPts val="0"/>
              </a:spcAft>
              <a:buClr>
                <a:schemeClr val="dk1"/>
              </a:buClr>
              <a:buSzPts val="1100"/>
              <a:buChar char="●"/>
            </a:pPr>
            <a:r>
              <a:rPr i="1" lang="en">
                <a:solidFill>
                  <a:schemeClr val="dk1"/>
                </a:solidFill>
              </a:rPr>
              <a:t>Neutral → No information</a:t>
            </a:r>
            <a:br>
              <a:rPr i="1" lang="en">
                <a:solidFill>
                  <a:schemeClr val="dk1"/>
                </a:solidFill>
              </a:rPr>
            </a:b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Exclusion criteria work the same way.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Once we have a label for every criterion, TrialGPT aggregates them: the </a:t>
            </a:r>
            <a:r>
              <a:rPr b="1" lang="en">
                <a:solidFill>
                  <a:schemeClr val="dk1"/>
                </a:solidFill>
              </a:rPr>
              <a:t>percentage of inclusion criteria satisfied</a:t>
            </a:r>
            <a:r>
              <a:rPr lang="en">
                <a:solidFill>
                  <a:schemeClr val="dk1"/>
                </a:solidFill>
              </a:rPr>
              <a:t>, the </a:t>
            </a:r>
            <a:r>
              <a:rPr b="1" lang="en">
                <a:solidFill>
                  <a:schemeClr val="dk1"/>
                </a:solidFill>
              </a:rPr>
              <a:t>percentage of exclusion criteria violated</a:t>
            </a:r>
            <a:r>
              <a:rPr lang="en">
                <a:solidFill>
                  <a:schemeClr val="dk1"/>
                </a:solidFill>
              </a:rPr>
              <a:t>, and two LLM-derived scoring components—the </a:t>
            </a:r>
            <a:r>
              <a:rPr b="1" lang="en">
                <a:solidFill>
                  <a:schemeClr val="dk1"/>
                </a:solidFill>
              </a:rPr>
              <a:t>general relevance</a:t>
            </a:r>
            <a:r>
              <a:rPr lang="en">
                <a:solidFill>
                  <a:schemeClr val="dk1"/>
                </a:solidFill>
              </a:rPr>
              <a:t> and </a:t>
            </a:r>
            <a:r>
              <a:rPr b="1" lang="en">
                <a:solidFill>
                  <a:schemeClr val="dk1"/>
                </a:solidFill>
              </a:rPr>
              <a:t>eligibility scores</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These are combined using the paper’s equations—Eq. 14 and Eq. 25–26—to produce a single </a:t>
            </a:r>
            <a:r>
              <a:rPr b="1" lang="en">
                <a:solidFill>
                  <a:schemeClr val="dk1"/>
                </a:solidFill>
              </a:rPr>
              <a:t>trial-level score</a:t>
            </a:r>
            <a:r>
              <a:rPr lang="en">
                <a:solidFill>
                  <a:schemeClr val="dk1"/>
                </a:solidFill>
              </a:rPr>
              <a:t> used for ranking.</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3a684d47bf1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8" name="Google Shape;528;g3a684d47bf1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To evaluate accuracy, the authors manually reviewed </a:t>
            </a:r>
            <a:r>
              <a:rPr b="1" lang="en">
                <a:solidFill>
                  <a:schemeClr val="dk1"/>
                </a:solidFill>
              </a:rPr>
              <a:t>1,015 patient–criterion pairs</a:t>
            </a:r>
            <a:r>
              <a:rPr lang="en">
                <a:solidFill>
                  <a:schemeClr val="dk1"/>
                </a:solidFill>
              </a:rPr>
              <a:t>. About </a:t>
            </a:r>
            <a:r>
              <a:rPr b="1" lang="en">
                <a:solidFill>
                  <a:schemeClr val="dk1"/>
                </a:solidFill>
              </a:rPr>
              <a:t>90%</a:t>
            </a:r>
            <a:r>
              <a:rPr lang="en">
                <a:solidFill>
                  <a:schemeClr val="dk1"/>
                </a:solidFill>
              </a:rPr>
              <a:t> of the explanations were judged correct, and eligibility accuracy was </a:t>
            </a:r>
            <a:r>
              <a:rPr b="1" lang="en">
                <a:solidFill>
                  <a:schemeClr val="dk1"/>
                </a:solidFill>
              </a:rPr>
              <a:t>87–89%</a:t>
            </a:r>
            <a:r>
              <a:rPr lang="en">
                <a:solidFill>
                  <a:schemeClr val="dk1"/>
                </a:solidFill>
              </a:rPr>
              <a:t>, which is very close to human annotators.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evidence extraction step had an F1 of around </a:t>
            </a:r>
            <a:r>
              <a:rPr b="1" lang="en">
                <a:solidFill>
                  <a:schemeClr val="dk1"/>
                </a:solidFill>
              </a:rPr>
              <a:t>0.90</a:t>
            </a:r>
            <a:r>
              <a:rPr lang="en">
                <a:solidFill>
                  <a:schemeClr val="dk1"/>
                </a:solidFill>
              </a:rPr>
              <a:t>, meaning the model generally highlighted the right sentences.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confusion matrices show strong diagonal dominance, which indicates consistent classification. Most errors arise when EHR notes are ambiguous, abbreviated, or missing clinical detail—issues clinicians struggle with as well. Overall, TrialGPT performs at a level similar to trained annotators.</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3a684d47bf1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7" name="Google Shape;537;g3a684d47bf1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TrialGPT then aggregates the criterion-level outputs to estimate how suitable each trial is overall. The authors used six different linear aggregation statistics—like the percentage of inclusion criteria met—and two LLM-based aggregation scores. Trials that a patient is eligible for tend to have high inclusion-met percentages and low exclusion-met percentages. The LLM-aggregated eligibility score was especially strong, providing a fine-grained and interpretable ranking signal across trials.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Figure 4 shows that when TrialGPT aggregates all the criterion-level predictions into trial-level scores, those scores correlate extremely well with the true eligibility labels assigned by human experts. Across all scoring methods, eligible patient–trial pairs consistently receive significantly higher inclusion and relevance scores and significantly lower exclusion scores than irrelevant or excluded pairs. This demonstrates that TrialGPT can reliably rank and score trials in a way that matches how human clinicians think about eligibility.</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Panels (d) and (h) show the strongest evidence that TrialGPT’s trial-level scoring aligns with expert judgment. In panel (d), the LLM-generated relevance score clearly separates eligible trials from irrelevant or excluded ones. In panel (h), the LLM-generated eligibility score shows the same pattern: eligible pairs consistently receive the highest eligibility scores, irrelevant pairs receive the lowest, and potential matches fall in between. This demonstrates that TrialGPT can effectively aggregate many criterion-level decisions into meaningful overall scores that match clinician expectations.</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a684d47bf1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6" name="Google Shape;546;g3a684d47bf1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Here we compare TrialGPT’s ranking performance against traditional NLP baselines, including BioLinkBERT, which is one of the best models trained on biomedical NLI data.</a:t>
            </a:r>
            <a:endParaRPr/>
          </a:p>
          <a:p>
            <a:pPr indent="0" lvl="0" marL="0" rtl="0" algn="l">
              <a:lnSpc>
                <a:spcPct val="115000"/>
              </a:lnSpc>
              <a:spcBef>
                <a:spcPts val="1200"/>
              </a:spcBef>
              <a:spcAft>
                <a:spcPts val="0"/>
              </a:spcAft>
              <a:buClr>
                <a:schemeClr val="dk1"/>
              </a:buClr>
              <a:buSzPts val="1100"/>
              <a:buFont typeface="Arial"/>
              <a:buNone/>
            </a:pPr>
            <a:r>
              <a:rPr lang="en"/>
              <a:t>TrialGPT using GPT-4 substantially outperforms all baselines across three major ranking metrics. For example, NDCG@10 improves from 0.48 with the BioLinkBERT baseline to 0.73 with TrialGPT, precision at 10 improves from 0.43 to 0.67, and AUROC improves from 0.62 to 0.80.</a:t>
            </a:r>
            <a:endParaRPr/>
          </a:p>
          <a:p>
            <a:pPr indent="0" lvl="0" marL="0" rtl="0" algn="l">
              <a:lnSpc>
                <a:spcPct val="115000"/>
              </a:lnSpc>
              <a:spcBef>
                <a:spcPts val="1200"/>
              </a:spcBef>
              <a:spcAft>
                <a:spcPts val="0"/>
              </a:spcAft>
              <a:buClr>
                <a:schemeClr val="dk1"/>
              </a:buClr>
              <a:buSzPts val="1100"/>
              <a:buFont typeface="Arial"/>
              <a:buNone/>
            </a:pPr>
            <a:r>
              <a:rPr lang="en"/>
              <a:t>Overall, this corresponds to roughly a 44% improvement in ranking and exclusion accuracy. Importantly, we also see that LLM-based aggregation scores outperform both linear aggregation strategies and all encoder-decoder models, demonstrating that GPT-4 captures deeper semantic relationships between patients and trials.</a:t>
            </a:r>
            <a:endParaRPr/>
          </a:p>
          <a:p>
            <a:pPr indent="0" lvl="0" marL="0" rtl="0" algn="l">
              <a:lnSpc>
                <a:spcPct val="115000"/>
              </a:lnSpc>
              <a:spcBef>
                <a:spcPts val="1200"/>
              </a:spcBef>
              <a:spcAft>
                <a:spcPts val="0"/>
              </a:spcAft>
              <a:buClr>
                <a:schemeClr val="dk1"/>
              </a:buClr>
              <a:buSzPts val="1100"/>
              <a:buFont typeface="Arial"/>
              <a:buNone/>
            </a:pPr>
            <a:r>
              <a:rPr lang="en"/>
              <a:t>In other words, TrialGPT isn’t just a little better—it sets a new state of the art for patient-trial matching.</a:t>
            </a:r>
            <a:endParaRPr/>
          </a:p>
          <a:p>
            <a:pPr indent="0" lvl="0" marL="0" rtl="0" algn="l">
              <a:lnSpc>
                <a:spcPct val="115000"/>
              </a:lnSpc>
              <a:spcBef>
                <a:spcPts val="1200"/>
              </a:spcBef>
              <a:spcAft>
                <a:spcPts val="0"/>
              </a:spcAft>
              <a:buClr>
                <a:schemeClr val="dk1"/>
              </a:buClr>
              <a:buSzPts val="1100"/>
              <a:buFont typeface="Arial"/>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3a684d47bf1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5" name="Google Shape;555;g3a684d47bf1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slide summarizes the real-world pilot study where TrialGPT was tested with physicians to see whether it actually improves clinical workflow.</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study used six clinical trials and six patient notes, producing a total of thirty-six screening tasks. Two physicians completed half the tasks with access to TrialGPT and half without.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What’s important is that </a:t>
            </a:r>
            <a:r>
              <a:rPr b="1" lang="en">
                <a:solidFill>
                  <a:schemeClr val="dk1"/>
                </a:solidFill>
              </a:rPr>
              <a:t>the final screening decisions were essentially the same with or without AI</a:t>
            </a:r>
            <a:r>
              <a:rPr lang="en">
                <a:solidFill>
                  <a:schemeClr val="dk1"/>
                </a:solidFill>
              </a:rPr>
              <a:t>—97% concordance—and the accuracy difference, 97% versus 92%, was not statistically significant. This shows TrialGPT does not change the clinical judgment; rather, it assists it.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However, TrialGPT made a </a:t>
            </a:r>
            <a:r>
              <a:rPr b="1" lang="en">
                <a:solidFill>
                  <a:schemeClr val="dk1"/>
                </a:solidFill>
              </a:rPr>
              <a:t>major difference in efficiency</a:t>
            </a:r>
            <a:r>
              <a:rPr lang="en">
                <a:solidFill>
                  <a:schemeClr val="dk1"/>
                </a:solidFill>
              </a:rPr>
              <a:t>. Screening time dropped by </a:t>
            </a:r>
            <a:r>
              <a:rPr b="1" lang="en">
                <a:solidFill>
                  <a:schemeClr val="dk1"/>
                </a:solidFill>
              </a:rPr>
              <a:t>42.6% on average</a:t>
            </a:r>
            <a:r>
              <a:rPr lang="en">
                <a:solidFill>
                  <a:schemeClr val="dk1"/>
                </a:solidFill>
              </a:rPr>
              <a:t>, and the effect was even larger for long, complex cases. For example, long cases went from 80 seconds to 45 seconds. The p-values in the table show these improvements are statistically significant.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key takeaway is that TrialGPT preserves clinical decision quality while substantially reducing screening time, which is exactly the bottleneck in real-world trial recruitment.</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3a542dc42d4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3" name="Google Shape;563;g3a542dc42d4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is important from a clinical trials perspective. TrialGPT operates </a:t>
            </a:r>
            <a:r>
              <a:rPr i="1" lang="en">
                <a:solidFill>
                  <a:schemeClr val="dk1"/>
                </a:solidFill>
              </a:rPr>
              <a:t>before</a:t>
            </a:r>
            <a:r>
              <a:rPr lang="en">
                <a:solidFill>
                  <a:schemeClr val="dk1"/>
                </a:solidFill>
              </a:rPr>
              <a:t> randomization, meaning it helps determine who is eligible without ever touching treatment-arm information. This preserves blinding and eliminates any chance that eligibility decisions could leak treatment hints or introduce allocation bias.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Because TrialGPT applies eligibility criteria the same way every time, it strengthens internal validity and prevents site-level variability. In multi-site trials, this can reduce systematic differences that creep in when coordinators interpret criteria differently.</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g3a542dc42d4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0" name="Google Shape;570;g3a542dc42d4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TrialGPT’s improvements to eligibility screening translate directly into better statistical properties for a trial. When eligibility is applied more consistently, estimates of event rates, dropout projections, and screen-failure rates become more accurate. These quantities are central to sample-size calculations.</a:t>
            </a:r>
            <a:endParaRPr/>
          </a:p>
          <a:p>
            <a:pPr indent="0" lvl="0" marL="0" rtl="0" algn="l">
              <a:lnSpc>
                <a:spcPct val="115000"/>
              </a:lnSpc>
              <a:spcBef>
                <a:spcPts val="1200"/>
              </a:spcBef>
              <a:spcAft>
                <a:spcPts val="0"/>
              </a:spcAft>
              <a:buClr>
                <a:schemeClr val="dk1"/>
              </a:buClr>
              <a:buSzPts val="1100"/>
              <a:buFont typeface="Arial"/>
              <a:buNone/>
            </a:pPr>
            <a:r>
              <a:rPr lang="en"/>
              <a:t>TrialGPT also reduces misclassification error. Incorrectly enrolling or excluding patients is a major source of variance inflation. Finally, because TrialGPT produces criterion-level labels, we can analyze how sensitive results might be to misinterpretation of specific eligibility criteria — something manual screening never allowed.</a:t>
            </a:r>
            <a:endParaRPr/>
          </a:p>
          <a:p>
            <a:pPr indent="0" lvl="0" marL="0" rtl="0" algn="l">
              <a:spcBef>
                <a:spcPts val="120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3a542dc42d4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7" name="Google Shape;577;g3a542dc42d4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There are also important limitations. First, the evaluation uses synthetic cohorts, so external validity is uncertain, and domain shift across institutions may impact performance. Second, TrialGPT depends on GPT-4, which introduces potential hallucination risk and weaknesses in rare conditions.</a:t>
            </a:r>
            <a:endParaRPr/>
          </a:p>
          <a:p>
            <a:pPr indent="0" lvl="0" marL="0" rtl="0" algn="l">
              <a:lnSpc>
                <a:spcPct val="115000"/>
              </a:lnSpc>
              <a:spcBef>
                <a:spcPts val="1200"/>
              </a:spcBef>
              <a:spcAft>
                <a:spcPts val="0"/>
              </a:spcAft>
              <a:buClr>
                <a:schemeClr val="dk1"/>
              </a:buClr>
              <a:buSzPts val="1100"/>
              <a:buFont typeface="Arial"/>
              <a:buNone/>
            </a:pPr>
            <a:r>
              <a:rPr lang="en"/>
              <a:t>We also need to consider annotation noise — human labels for eligibility criteria are themselves imperfect — and variability in EHR documentation.</a:t>
            </a:r>
            <a:endParaRPr/>
          </a:p>
          <a:p>
            <a:pPr indent="0" lvl="0" marL="0" rtl="0" algn="l">
              <a:lnSpc>
                <a:spcPct val="115000"/>
              </a:lnSpc>
              <a:spcBef>
                <a:spcPts val="1200"/>
              </a:spcBef>
              <a:spcAft>
                <a:spcPts val="0"/>
              </a:spcAft>
              <a:buClr>
                <a:schemeClr val="dk1"/>
              </a:buClr>
              <a:buSzPts val="1100"/>
              <a:buFont typeface="Arial"/>
              <a:buNone/>
            </a:pPr>
            <a:r>
              <a:rPr lang="en"/>
              <a:t>Finally, there are ethical concerns. Without transparency and human oversight, LLM systems may propagate bias or produce opaque decisions. These limitations highlight the need for careful deployment.</a:t>
            </a:r>
            <a:endParaRPr/>
          </a:p>
          <a:p>
            <a:pPr indent="0" lvl="0" marL="0" rtl="0" algn="l">
              <a:spcBef>
                <a:spcPts val="120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3a542dc42d4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5" name="Google Shape;585;g3a542dc42d4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TrialGPT can meaningfully accelerate enrollment by reducing screening time and screen failures, which in turn reduces protocol deviations and trial delays. It standardizes eligibility screening across sites, which is essential for large multi-center trials.</a:t>
            </a:r>
            <a:endParaRPr/>
          </a:p>
          <a:p>
            <a:pPr indent="0" lvl="0" marL="0" rtl="0" algn="l">
              <a:lnSpc>
                <a:spcPct val="115000"/>
              </a:lnSpc>
              <a:spcBef>
                <a:spcPts val="1200"/>
              </a:spcBef>
              <a:spcAft>
                <a:spcPts val="0"/>
              </a:spcAft>
              <a:buClr>
                <a:schemeClr val="dk1"/>
              </a:buClr>
              <a:buSzPts val="1100"/>
              <a:buFont typeface="Arial"/>
              <a:buNone/>
            </a:pPr>
            <a:r>
              <a:rPr lang="en"/>
              <a:t>Looking forward, TrialGPT could support adaptive or platform trials by providing real-time eligibility scoring. The authors also propose extensions to multimodal systems that integrate imaging or structured labs, prospective evaluations in real trial settings, and development of specialized open medical LLMs.</a:t>
            </a:r>
            <a:endParaRPr/>
          </a:p>
          <a:p>
            <a:pPr indent="0" lvl="0" marL="0" rtl="0" algn="l">
              <a:spcBef>
                <a:spcPts val="1200"/>
              </a:spcBef>
              <a:spcAft>
                <a:spcPts val="0"/>
              </a:spcAft>
              <a:buClr>
                <a:schemeClr val="dk1"/>
              </a:buClr>
              <a:buSzPts val="1100"/>
              <a:buFont typeface="Arial"/>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3a542dc42d4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2" name="Google Shape;592;g3a542dc42d4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are my </a:t>
            </a:r>
            <a:r>
              <a:rPr lang="en"/>
              <a:t>references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BLANK_1">
    <p:spTree>
      <p:nvGrpSpPr>
        <p:cNvPr id="50" name="Shape 50"/>
        <p:cNvGrpSpPr/>
        <p:nvPr/>
      </p:nvGrpSpPr>
      <p:grpSpPr>
        <a:xfrm>
          <a:off x="0" y="0"/>
          <a:ext cx="0" cy="0"/>
          <a:chOff x="0" y="0"/>
          <a:chExt cx="0" cy="0"/>
        </a:xfrm>
      </p:grpSpPr>
      <p:cxnSp>
        <p:nvCxnSpPr>
          <p:cNvPr id="51" name="Google Shape;51;p13"/>
          <p:cNvCxnSpPr/>
          <p:nvPr/>
        </p:nvCxnSpPr>
        <p:spPr>
          <a:xfrm>
            <a:off x="0" y="3618350"/>
            <a:ext cx="9144000" cy="0"/>
          </a:xfrm>
          <a:prstGeom prst="straightConnector1">
            <a:avLst/>
          </a:prstGeom>
          <a:noFill/>
          <a:ln cap="flat" cmpd="sng" w="9525">
            <a:solidFill>
              <a:schemeClr val="dk1"/>
            </a:solidFill>
            <a:prstDash val="solid"/>
            <a:round/>
            <a:headEnd len="med" w="med" type="none"/>
            <a:tailEnd len="med" w="med" type="none"/>
          </a:ln>
        </p:spPr>
      </p:cxnSp>
      <p:sp>
        <p:nvSpPr>
          <p:cNvPr id="52" name="Google Shape;52;p13"/>
          <p:cNvSpPr/>
          <p:nvPr>
            <p:ph idx="2" type="pic"/>
          </p:nvPr>
        </p:nvSpPr>
        <p:spPr>
          <a:xfrm rot="-5400000">
            <a:off x="4689300" y="690800"/>
            <a:ext cx="3062700" cy="5855100"/>
          </a:xfrm>
          <a:prstGeom prst="round2SameRect">
            <a:avLst>
              <a:gd fmla="val 50000" name="adj1"/>
              <a:gd fmla="val 0" name="adj2"/>
            </a:avLst>
          </a:prstGeom>
          <a:noFill/>
          <a:ln>
            <a:noFill/>
          </a:ln>
        </p:spPr>
      </p:sp>
      <p:sp>
        <p:nvSpPr>
          <p:cNvPr id="53" name="Google Shape;53;p13"/>
          <p:cNvSpPr txBox="1"/>
          <p:nvPr>
            <p:ph type="title"/>
          </p:nvPr>
        </p:nvSpPr>
        <p:spPr>
          <a:xfrm>
            <a:off x="256050" y="3313175"/>
            <a:ext cx="2352600" cy="1230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1pPr>
            <a:lvl2pPr lvl="1">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2pPr>
            <a:lvl3pPr lvl="2">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3pPr>
            <a:lvl4pPr lvl="3">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4pPr>
            <a:lvl5pPr lvl="4">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5pPr>
            <a:lvl6pPr lvl="5">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6pPr>
            <a:lvl7pPr lvl="6">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7pPr>
            <a:lvl8pPr lvl="7">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8pPr>
            <a:lvl9pPr lvl="8">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9pPr>
          </a:lstStyle>
          <a:p/>
        </p:txBody>
      </p:sp>
      <p:sp>
        <p:nvSpPr>
          <p:cNvPr id="54" name="Google Shape;54;p13"/>
          <p:cNvSpPr txBox="1"/>
          <p:nvPr>
            <p:ph idx="3" type="title"/>
          </p:nvPr>
        </p:nvSpPr>
        <p:spPr>
          <a:xfrm>
            <a:off x="256050" y="3800525"/>
            <a:ext cx="2352600" cy="1230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1pPr>
            <a:lvl2pPr lvl="1">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2pPr>
            <a:lvl3pPr lvl="2">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3pPr>
            <a:lvl4pPr lvl="3">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4pPr>
            <a:lvl5pPr lvl="4">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5pPr>
            <a:lvl6pPr lvl="5">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6pPr>
            <a:lvl7pPr lvl="6">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7pPr>
            <a:lvl8pPr lvl="7">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8pPr>
            <a:lvl9pPr lvl="8">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9pPr>
          </a:lstStyle>
          <a:p/>
        </p:txBody>
      </p:sp>
      <p:sp>
        <p:nvSpPr>
          <p:cNvPr id="55" name="Google Shape;55;p13"/>
          <p:cNvSpPr txBox="1"/>
          <p:nvPr>
            <p:ph idx="1" type="subTitle"/>
          </p:nvPr>
        </p:nvSpPr>
        <p:spPr>
          <a:xfrm>
            <a:off x="7657750" y="256025"/>
            <a:ext cx="1230300" cy="275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
        <p:nvSpPr>
          <p:cNvPr id="56" name="Google Shape;56;p13"/>
          <p:cNvSpPr txBox="1"/>
          <p:nvPr>
            <p:ph idx="4" type="title"/>
          </p:nvPr>
        </p:nvSpPr>
        <p:spPr>
          <a:xfrm>
            <a:off x="256050" y="256025"/>
            <a:ext cx="8631900" cy="1135500"/>
          </a:xfrm>
          <a:prstGeom prst="rect">
            <a:avLst/>
          </a:prstGeom>
        </p:spPr>
        <p:txBody>
          <a:bodyPr anchorCtr="0" anchor="t" bIns="0" lIns="0" spcFirstLastPara="1" rIns="0" wrap="square" tIns="0">
            <a:normAutofit/>
          </a:bodyPr>
          <a:lstStyle>
            <a:lvl1pPr lvl="0">
              <a:lnSpc>
                <a:spcPct val="80000"/>
              </a:lnSpc>
              <a:spcBef>
                <a:spcPts val="0"/>
              </a:spcBef>
              <a:spcAft>
                <a:spcPts val="0"/>
              </a:spcAft>
              <a:buClr>
                <a:schemeClr val="dk1"/>
              </a:buClr>
              <a:buSzPts val="6000"/>
              <a:buFont typeface="Montserrat"/>
              <a:buNone/>
              <a:defRPr sz="6000">
                <a:latin typeface="Montserrat"/>
                <a:ea typeface="Montserrat"/>
                <a:cs typeface="Montserrat"/>
                <a:sym typeface="Montserrat"/>
              </a:defRPr>
            </a:lvl1pPr>
            <a:lvl2pPr lvl="1">
              <a:spcBef>
                <a:spcPts val="0"/>
              </a:spcBef>
              <a:spcAft>
                <a:spcPts val="0"/>
              </a:spcAft>
              <a:buClr>
                <a:schemeClr val="dk1"/>
              </a:buClr>
              <a:buSzPts val="6000"/>
              <a:buFont typeface="Montserrat"/>
              <a:buNone/>
              <a:defRPr sz="6000">
                <a:latin typeface="Montserrat"/>
                <a:ea typeface="Montserrat"/>
                <a:cs typeface="Montserrat"/>
                <a:sym typeface="Montserrat"/>
              </a:defRPr>
            </a:lvl2pPr>
            <a:lvl3pPr lvl="2">
              <a:spcBef>
                <a:spcPts val="0"/>
              </a:spcBef>
              <a:spcAft>
                <a:spcPts val="0"/>
              </a:spcAft>
              <a:buClr>
                <a:schemeClr val="dk1"/>
              </a:buClr>
              <a:buSzPts val="6000"/>
              <a:buFont typeface="Montserrat"/>
              <a:buNone/>
              <a:defRPr sz="6000">
                <a:latin typeface="Montserrat"/>
                <a:ea typeface="Montserrat"/>
                <a:cs typeface="Montserrat"/>
                <a:sym typeface="Montserrat"/>
              </a:defRPr>
            </a:lvl3pPr>
            <a:lvl4pPr lvl="3">
              <a:spcBef>
                <a:spcPts val="0"/>
              </a:spcBef>
              <a:spcAft>
                <a:spcPts val="0"/>
              </a:spcAft>
              <a:buClr>
                <a:schemeClr val="dk1"/>
              </a:buClr>
              <a:buSzPts val="6000"/>
              <a:buFont typeface="Montserrat"/>
              <a:buNone/>
              <a:defRPr sz="6000">
                <a:latin typeface="Montserrat"/>
                <a:ea typeface="Montserrat"/>
                <a:cs typeface="Montserrat"/>
                <a:sym typeface="Montserrat"/>
              </a:defRPr>
            </a:lvl4pPr>
            <a:lvl5pPr lvl="4">
              <a:spcBef>
                <a:spcPts val="0"/>
              </a:spcBef>
              <a:spcAft>
                <a:spcPts val="0"/>
              </a:spcAft>
              <a:buClr>
                <a:schemeClr val="dk1"/>
              </a:buClr>
              <a:buSzPts val="6000"/>
              <a:buFont typeface="Montserrat"/>
              <a:buNone/>
              <a:defRPr sz="6000">
                <a:latin typeface="Montserrat"/>
                <a:ea typeface="Montserrat"/>
                <a:cs typeface="Montserrat"/>
                <a:sym typeface="Montserrat"/>
              </a:defRPr>
            </a:lvl5pPr>
            <a:lvl6pPr lvl="5">
              <a:spcBef>
                <a:spcPts val="0"/>
              </a:spcBef>
              <a:spcAft>
                <a:spcPts val="0"/>
              </a:spcAft>
              <a:buClr>
                <a:schemeClr val="dk1"/>
              </a:buClr>
              <a:buSzPts val="6000"/>
              <a:buFont typeface="Montserrat"/>
              <a:buNone/>
              <a:defRPr sz="6000">
                <a:latin typeface="Montserrat"/>
                <a:ea typeface="Montserrat"/>
                <a:cs typeface="Montserrat"/>
                <a:sym typeface="Montserrat"/>
              </a:defRPr>
            </a:lvl6pPr>
            <a:lvl7pPr lvl="6">
              <a:spcBef>
                <a:spcPts val="0"/>
              </a:spcBef>
              <a:spcAft>
                <a:spcPts val="0"/>
              </a:spcAft>
              <a:buClr>
                <a:schemeClr val="dk1"/>
              </a:buClr>
              <a:buSzPts val="6000"/>
              <a:buFont typeface="Montserrat"/>
              <a:buNone/>
              <a:defRPr sz="6000">
                <a:latin typeface="Montserrat"/>
                <a:ea typeface="Montserrat"/>
                <a:cs typeface="Montserrat"/>
                <a:sym typeface="Montserrat"/>
              </a:defRPr>
            </a:lvl7pPr>
            <a:lvl8pPr lvl="7">
              <a:spcBef>
                <a:spcPts val="0"/>
              </a:spcBef>
              <a:spcAft>
                <a:spcPts val="0"/>
              </a:spcAft>
              <a:buClr>
                <a:schemeClr val="dk1"/>
              </a:buClr>
              <a:buSzPts val="6000"/>
              <a:buFont typeface="Montserrat"/>
              <a:buNone/>
              <a:defRPr sz="6000">
                <a:latin typeface="Montserrat"/>
                <a:ea typeface="Montserrat"/>
                <a:cs typeface="Montserrat"/>
                <a:sym typeface="Montserrat"/>
              </a:defRPr>
            </a:lvl8pPr>
            <a:lvl9pPr lvl="8">
              <a:spcBef>
                <a:spcPts val="0"/>
              </a:spcBef>
              <a:spcAft>
                <a:spcPts val="0"/>
              </a:spcAft>
              <a:buClr>
                <a:schemeClr val="dk1"/>
              </a:buClr>
              <a:buSzPts val="6000"/>
              <a:buFont typeface="Montserrat"/>
              <a:buNone/>
              <a:defRPr sz="6000">
                <a:latin typeface="Montserrat"/>
                <a:ea typeface="Montserrat"/>
                <a:cs typeface="Montserrat"/>
                <a:sym typeface="Montserrat"/>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BLANK_1">
    <p:spTree>
      <p:nvGrpSpPr>
        <p:cNvPr id="61" name="Shape 61"/>
        <p:cNvGrpSpPr/>
        <p:nvPr/>
      </p:nvGrpSpPr>
      <p:grpSpPr>
        <a:xfrm>
          <a:off x="0" y="0"/>
          <a:ext cx="0" cy="0"/>
          <a:chOff x="0" y="0"/>
          <a:chExt cx="0" cy="0"/>
        </a:xfrm>
      </p:grpSpPr>
      <p:cxnSp>
        <p:nvCxnSpPr>
          <p:cNvPr id="62" name="Google Shape;62;p15"/>
          <p:cNvCxnSpPr/>
          <p:nvPr/>
        </p:nvCxnSpPr>
        <p:spPr>
          <a:xfrm>
            <a:off x="0" y="3618350"/>
            <a:ext cx="9144000" cy="0"/>
          </a:xfrm>
          <a:prstGeom prst="straightConnector1">
            <a:avLst/>
          </a:prstGeom>
          <a:noFill/>
          <a:ln cap="flat" cmpd="sng" w="9525">
            <a:solidFill>
              <a:schemeClr val="dk1"/>
            </a:solidFill>
            <a:prstDash val="solid"/>
            <a:round/>
            <a:headEnd len="med" w="med" type="none"/>
            <a:tailEnd len="med" w="med" type="none"/>
          </a:ln>
        </p:spPr>
      </p:cxnSp>
      <p:sp>
        <p:nvSpPr>
          <p:cNvPr id="63" name="Google Shape;63;p15"/>
          <p:cNvSpPr/>
          <p:nvPr>
            <p:ph idx="2" type="pic"/>
          </p:nvPr>
        </p:nvSpPr>
        <p:spPr>
          <a:xfrm rot="-5400000">
            <a:off x="4689300" y="690800"/>
            <a:ext cx="3062700" cy="5855100"/>
          </a:xfrm>
          <a:prstGeom prst="round2SameRect">
            <a:avLst>
              <a:gd fmla="val 50000" name="adj1"/>
              <a:gd fmla="val 0" name="adj2"/>
            </a:avLst>
          </a:prstGeom>
          <a:noFill/>
          <a:ln>
            <a:noFill/>
          </a:ln>
        </p:spPr>
      </p:sp>
      <p:sp>
        <p:nvSpPr>
          <p:cNvPr id="64" name="Google Shape;64;p15"/>
          <p:cNvSpPr txBox="1"/>
          <p:nvPr>
            <p:ph type="title"/>
          </p:nvPr>
        </p:nvSpPr>
        <p:spPr>
          <a:xfrm>
            <a:off x="256050" y="3313175"/>
            <a:ext cx="2352600" cy="1230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1pPr>
            <a:lvl2pPr lvl="1">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2pPr>
            <a:lvl3pPr lvl="2">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3pPr>
            <a:lvl4pPr lvl="3">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4pPr>
            <a:lvl5pPr lvl="4">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5pPr>
            <a:lvl6pPr lvl="5">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6pPr>
            <a:lvl7pPr lvl="6">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7pPr>
            <a:lvl8pPr lvl="7">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8pPr>
            <a:lvl9pPr lvl="8">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9pPr>
          </a:lstStyle>
          <a:p/>
        </p:txBody>
      </p:sp>
      <p:sp>
        <p:nvSpPr>
          <p:cNvPr id="65" name="Google Shape;65;p15"/>
          <p:cNvSpPr txBox="1"/>
          <p:nvPr>
            <p:ph idx="3" type="title"/>
          </p:nvPr>
        </p:nvSpPr>
        <p:spPr>
          <a:xfrm>
            <a:off x="256050" y="3800525"/>
            <a:ext cx="2352600" cy="1230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1pPr>
            <a:lvl2pPr lvl="1">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2pPr>
            <a:lvl3pPr lvl="2">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3pPr>
            <a:lvl4pPr lvl="3">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4pPr>
            <a:lvl5pPr lvl="4">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5pPr>
            <a:lvl6pPr lvl="5">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6pPr>
            <a:lvl7pPr lvl="6">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7pPr>
            <a:lvl8pPr lvl="7">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8pPr>
            <a:lvl9pPr lvl="8">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9pPr>
          </a:lstStyle>
          <a:p/>
        </p:txBody>
      </p:sp>
      <p:sp>
        <p:nvSpPr>
          <p:cNvPr id="66" name="Google Shape;66;p15"/>
          <p:cNvSpPr txBox="1"/>
          <p:nvPr>
            <p:ph idx="1"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
        <p:nvSpPr>
          <p:cNvPr id="67" name="Google Shape;67;p15"/>
          <p:cNvSpPr txBox="1"/>
          <p:nvPr>
            <p:ph idx="4" type="title"/>
          </p:nvPr>
        </p:nvSpPr>
        <p:spPr>
          <a:xfrm>
            <a:off x="256050" y="256025"/>
            <a:ext cx="8631900" cy="11355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6000"/>
              <a:buFont typeface="Montserrat"/>
              <a:buNone/>
              <a:defRPr sz="6000">
                <a:latin typeface="Montserrat"/>
                <a:ea typeface="Montserrat"/>
                <a:cs typeface="Montserrat"/>
                <a:sym typeface="Montserrat"/>
              </a:defRPr>
            </a:lvl1pPr>
            <a:lvl2pPr lvl="1">
              <a:spcBef>
                <a:spcPts val="0"/>
              </a:spcBef>
              <a:spcAft>
                <a:spcPts val="0"/>
              </a:spcAft>
              <a:buClr>
                <a:schemeClr val="dk1"/>
              </a:buClr>
              <a:buSzPts val="6000"/>
              <a:buFont typeface="Montserrat"/>
              <a:buNone/>
              <a:defRPr sz="6000">
                <a:latin typeface="Montserrat"/>
                <a:ea typeface="Montserrat"/>
                <a:cs typeface="Montserrat"/>
                <a:sym typeface="Montserrat"/>
              </a:defRPr>
            </a:lvl2pPr>
            <a:lvl3pPr lvl="2">
              <a:spcBef>
                <a:spcPts val="0"/>
              </a:spcBef>
              <a:spcAft>
                <a:spcPts val="0"/>
              </a:spcAft>
              <a:buClr>
                <a:schemeClr val="dk1"/>
              </a:buClr>
              <a:buSzPts val="6000"/>
              <a:buFont typeface="Montserrat"/>
              <a:buNone/>
              <a:defRPr sz="6000">
                <a:latin typeface="Montserrat"/>
                <a:ea typeface="Montserrat"/>
                <a:cs typeface="Montserrat"/>
                <a:sym typeface="Montserrat"/>
              </a:defRPr>
            </a:lvl3pPr>
            <a:lvl4pPr lvl="3">
              <a:spcBef>
                <a:spcPts val="0"/>
              </a:spcBef>
              <a:spcAft>
                <a:spcPts val="0"/>
              </a:spcAft>
              <a:buClr>
                <a:schemeClr val="dk1"/>
              </a:buClr>
              <a:buSzPts val="6000"/>
              <a:buFont typeface="Montserrat"/>
              <a:buNone/>
              <a:defRPr sz="6000">
                <a:latin typeface="Montserrat"/>
                <a:ea typeface="Montserrat"/>
                <a:cs typeface="Montserrat"/>
                <a:sym typeface="Montserrat"/>
              </a:defRPr>
            </a:lvl4pPr>
            <a:lvl5pPr lvl="4">
              <a:spcBef>
                <a:spcPts val="0"/>
              </a:spcBef>
              <a:spcAft>
                <a:spcPts val="0"/>
              </a:spcAft>
              <a:buClr>
                <a:schemeClr val="dk1"/>
              </a:buClr>
              <a:buSzPts val="6000"/>
              <a:buFont typeface="Montserrat"/>
              <a:buNone/>
              <a:defRPr sz="6000">
                <a:latin typeface="Montserrat"/>
                <a:ea typeface="Montserrat"/>
                <a:cs typeface="Montserrat"/>
                <a:sym typeface="Montserrat"/>
              </a:defRPr>
            </a:lvl5pPr>
            <a:lvl6pPr lvl="5">
              <a:spcBef>
                <a:spcPts val="0"/>
              </a:spcBef>
              <a:spcAft>
                <a:spcPts val="0"/>
              </a:spcAft>
              <a:buClr>
                <a:schemeClr val="dk1"/>
              </a:buClr>
              <a:buSzPts val="6000"/>
              <a:buFont typeface="Montserrat"/>
              <a:buNone/>
              <a:defRPr sz="6000">
                <a:latin typeface="Montserrat"/>
                <a:ea typeface="Montserrat"/>
                <a:cs typeface="Montserrat"/>
                <a:sym typeface="Montserrat"/>
              </a:defRPr>
            </a:lvl6pPr>
            <a:lvl7pPr lvl="6">
              <a:spcBef>
                <a:spcPts val="0"/>
              </a:spcBef>
              <a:spcAft>
                <a:spcPts val="0"/>
              </a:spcAft>
              <a:buClr>
                <a:schemeClr val="dk1"/>
              </a:buClr>
              <a:buSzPts val="6000"/>
              <a:buFont typeface="Montserrat"/>
              <a:buNone/>
              <a:defRPr sz="6000">
                <a:latin typeface="Montserrat"/>
                <a:ea typeface="Montserrat"/>
                <a:cs typeface="Montserrat"/>
                <a:sym typeface="Montserrat"/>
              </a:defRPr>
            </a:lvl7pPr>
            <a:lvl8pPr lvl="7">
              <a:spcBef>
                <a:spcPts val="0"/>
              </a:spcBef>
              <a:spcAft>
                <a:spcPts val="0"/>
              </a:spcAft>
              <a:buClr>
                <a:schemeClr val="dk1"/>
              </a:buClr>
              <a:buSzPts val="6000"/>
              <a:buFont typeface="Montserrat"/>
              <a:buNone/>
              <a:defRPr sz="6000">
                <a:latin typeface="Montserrat"/>
                <a:ea typeface="Montserrat"/>
                <a:cs typeface="Montserrat"/>
                <a:sym typeface="Montserrat"/>
              </a:defRPr>
            </a:lvl8pPr>
            <a:lvl9pPr lvl="8">
              <a:spcBef>
                <a:spcPts val="0"/>
              </a:spcBef>
              <a:spcAft>
                <a:spcPts val="0"/>
              </a:spcAft>
              <a:buClr>
                <a:schemeClr val="dk1"/>
              </a:buClr>
              <a:buSzPts val="6000"/>
              <a:buFont typeface="Montserrat"/>
              <a:buNone/>
              <a:defRPr sz="6000">
                <a:latin typeface="Montserrat"/>
                <a:ea typeface="Montserrat"/>
                <a:cs typeface="Montserrat"/>
                <a:sym typeface="Montserrat"/>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alt">
  <p:cSld name="BLANK_1_1_1">
    <p:spTree>
      <p:nvGrpSpPr>
        <p:cNvPr id="68" name="Shape 68"/>
        <p:cNvGrpSpPr/>
        <p:nvPr/>
      </p:nvGrpSpPr>
      <p:grpSpPr>
        <a:xfrm>
          <a:off x="0" y="0"/>
          <a:ext cx="0" cy="0"/>
          <a:chOff x="0" y="0"/>
          <a:chExt cx="0" cy="0"/>
        </a:xfrm>
      </p:grpSpPr>
      <p:sp>
        <p:nvSpPr>
          <p:cNvPr id="69" name="Google Shape;69;p16"/>
          <p:cNvSpPr txBox="1"/>
          <p:nvPr>
            <p:ph idx="1" type="body"/>
          </p:nvPr>
        </p:nvSpPr>
        <p:spPr>
          <a:xfrm>
            <a:off x="256025" y="2647675"/>
            <a:ext cx="3639600" cy="22398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70" name="Google Shape;70;p16"/>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71" name="Google Shape;71;p16"/>
          <p:cNvSpPr txBox="1"/>
          <p:nvPr>
            <p:ph idx="2"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Alt 1">
  <p:cSld name="BLANK_1_1_1_1_1_1_1_2">
    <p:spTree>
      <p:nvGrpSpPr>
        <p:cNvPr id="72" name="Shape 72"/>
        <p:cNvGrpSpPr/>
        <p:nvPr/>
      </p:nvGrpSpPr>
      <p:grpSpPr>
        <a:xfrm>
          <a:off x="0" y="0"/>
          <a:ext cx="0" cy="0"/>
          <a:chOff x="0" y="0"/>
          <a:chExt cx="0" cy="0"/>
        </a:xfrm>
      </p:grpSpPr>
      <p:sp>
        <p:nvSpPr>
          <p:cNvPr id="73" name="Google Shape;73;p17"/>
          <p:cNvSpPr/>
          <p:nvPr/>
        </p:nvSpPr>
        <p:spPr>
          <a:xfrm>
            <a:off x="4572000" y="-6600"/>
            <a:ext cx="4572000" cy="515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74" name="Google Shape;74;p17"/>
          <p:cNvSpPr txBox="1"/>
          <p:nvPr>
            <p:ph type="title"/>
          </p:nvPr>
        </p:nvSpPr>
        <p:spPr>
          <a:xfrm>
            <a:off x="256025" y="213150"/>
            <a:ext cx="4261200" cy="1005900"/>
          </a:xfrm>
          <a:prstGeom prst="rect">
            <a:avLst/>
          </a:prstGeom>
        </p:spPr>
        <p:txBody>
          <a:bodyPr anchorCtr="0" anchor="t" bIns="0" lIns="0" spcFirstLastPara="1" rIns="0" wrap="square" tIns="0">
            <a:norm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75" name="Google Shape;75;p17"/>
          <p:cNvSpPr txBox="1"/>
          <p:nvPr>
            <p:ph idx="1" type="body"/>
          </p:nvPr>
        </p:nvSpPr>
        <p:spPr>
          <a:xfrm>
            <a:off x="256025" y="1547275"/>
            <a:ext cx="3639600" cy="22398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76" name="Google Shape;76;p17"/>
          <p:cNvSpPr txBox="1"/>
          <p:nvPr>
            <p:ph idx="2" type="title"/>
          </p:nvPr>
        </p:nvSpPr>
        <p:spPr>
          <a:xfrm>
            <a:off x="6067500" y="4448600"/>
            <a:ext cx="1581000" cy="118500"/>
          </a:xfrm>
          <a:prstGeom prst="rect">
            <a:avLst/>
          </a:prstGeom>
        </p:spPr>
        <p:txBody>
          <a:bodyPr anchorCtr="0" anchor="t" bIns="0" lIns="0" spcFirstLastPara="1" rIns="0" wrap="square" tIns="0">
            <a:normAutofit/>
          </a:bodyPr>
          <a:lstStyle>
            <a:lvl1pPr lvl="0" algn="ctr">
              <a:spcBef>
                <a:spcPts val="0"/>
              </a:spcBef>
              <a:spcAft>
                <a:spcPts val="0"/>
              </a:spcAft>
              <a:buNone/>
              <a:defRPr sz="1000">
                <a:solidFill>
                  <a:schemeClr val="lt2"/>
                </a:solidFill>
                <a:latin typeface="Montserrat"/>
                <a:ea typeface="Montserrat"/>
                <a:cs typeface="Montserrat"/>
                <a:sym typeface="Montserrat"/>
              </a:defRPr>
            </a:lvl1pPr>
            <a:lvl2pPr lvl="1">
              <a:lnSpc>
                <a:spcPct val="115000"/>
              </a:lnSpc>
              <a:spcBef>
                <a:spcPts val="0"/>
              </a:spcBef>
              <a:spcAft>
                <a:spcPts val="0"/>
              </a:spcAft>
              <a:buNone/>
              <a:defRPr sz="1000">
                <a:solidFill>
                  <a:schemeClr val="lt2"/>
                </a:solidFill>
                <a:latin typeface="Montserrat"/>
                <a:ea typeface="Montserrat"/>
                <a:cs typeface="Montserrat"/>
                <a:sym typeface="Montserrat"/>
              </a:defRPr>
            </a:lvl2pPr>
            <a:lvl3pPr lvl="2">
              <a:lnSpc>
                <a:spcPct val="115000"/>
              </a:lnSpc>
              <a:spcBef>
                <a:spcPts val="0"/>
              </a:spcBef>
              <a:spcAft>
                <a:spcPts val="0"/>
              </a:spcAft>
              <a:buNone/>
              <a:defRPr sz="1000">
                <a:solidFill>
                  <a:schemeClr val="lt2"/>
                </a:solidFill>
                <a:latin typeface="Montserrat"/>
                <a:ea typeface="Montserrat"/>
                <a:cs typeface="Montserrat"/>
                <a:sym typeface="Montserrat"/>
              </a:defRPr>
            </a:lvl3pPr>
            <a:lvl4pPr lvl="3">
              <a:lnSpc>
                <a:spcPct val="115000"/>
              </a:lnSpc>
              <a:spcBef>
                <a:spcPts val="0"/>
              </a:spcBef>
              <a:spcAft>
                <a:spcPts val="0"/>
              </a:spcAft>
              <a:buNone/>
              <a:defRPr sz="1000">
                <a:solidFill>
                  <a:schemeClr val="lt2"/>
                </a:solidFill>
                <a:latin typeface="Montserrat"/>
                <a:ea typeface="Montserrat"/>
                <a:cs typeface="Montserrat"/>
                <a:sym typeface="Montserrat"/>
              </a:defRPr>
            </a:lvl4pPr>
            <a:lvl5pPr lvl="4">
              <a:lnSpc>
                <a:spcPct val="115000"/>
              </a:lnSpc>
              <a:spcBef>
                <a:spcPts val="0"/>
              </a:spcBef>
              <a:spcAft>
                <a:spcPts val="0"/>
              </a:spcAft>
              <a:buNone/>
              <a:defRPr sz="1000">
                <a:solidFill>
                  <a:schemeClr val="lt2"/>
                </a:solidFill>
                <a:latin typeface="Montserrat"/>
                <a:ea typeface="Montserrat"/>
                <a:cs typeface="Montserrat"/>
                <a:sym typeface="Montserrat"/>
              </a:defRPr>
            </a:lvl5pPr>
            <a:lvl6pPr lvl="5">
              <a:lnSpc>
                <a:spcPct val="115000"/>
              </a:lnSpc>
              <a:spcBef>
                <a:spcPts val="0"/>
              </a:spcBef>
              <a:spcAft>
                <a:spcPts val="0"/>
              </a:spcAft>
              <a:buNone/>
              <a:defRPr sz="1000">
                <a:solidFill>
                  <a:schemeClr val="lt2"/>
                </a:solidFill>
                <a:latin typeface="Montserrat"/>
                <a:ea typeface="Montserrat"/>
                <a:cs typeface="Montserrat"/>
                <a:sym typeface="Montserrat"/>
              </a:defRPr>
            </a:lvl6pPr>
            <a:lvl7pPr lvl="6">
              <a:lnSpc>
                <a:spcPct val="115000"/>
              </a:lnSpc>
              <a:spcBef>
                <a:spcPts val="0"/>
              </a:spcBef>
              <a:spcAft>
                <a:spcPts val="0"/>
              </a:spcAft>
              <a:buNone/>
              <a:defRPr sz="1000">
                <a:solidFill>
                  <a:schemeClr val="lt2"/>
                </a:solidFill>
                <a:latin typeface="Montserrat"/>
                <a:ea typeface="Montserrat"/>
                <a:cs typeface="Montserrat"/>
                <a:sym typeface="Montserrat"/>
              </a:defRPr>
            </a:lvl7pPr>
            <a:lvl8pPr lvl="7">
              <a:lnSpc>
                <a:spcPct val="115000"/>
              </a:lnSpc>
              <a:spcBef>
                <a:spcPts val="0"/>
              </a:spcBef>
              <a:spcAft>
                <a:spcPts val="0"/>
              </a:spcAft>
              <a:buNone/>
              <a:defRPr sz="1000">
                <a:solidFill>
                  <a:schemeClr val="lt2"/>
                </a:solidFill>
                <a:latin typeface="Montserrat"/>
                <a:ea typeface="Montserrat"/>
                <a:cs typeface="Montserrat"/>
                <a:sym typeface="Montserrat"/>
              </a:defRPr>
            </a:lvl8pPr>
            <a:lvl9pPr lvl="8">
              <a:lnSpc>
                <a:spcPct val="115000"/>
              </a:lnSpc>
              <a:spcBef>
                <a:spcPts val="0"/>
              </a:spcBef>
              <a:spcAft>
                <a:spcPts val="0"/>
              </a:spcAft>
              <a:buNone/>
              <a:defRPr sz="1000">
                <a:solidFill>
                  <a:schemeClr val="lt2"/>
                </a:solidFill>
                <a:latin typeface="Montserrat"/>
                <a:ea typeface="Montserrat"/>
                <a:cs typeface="Montserrat"/>
                <a:sym typeface="Montserrat"/>
              </a:defRPr>
            </a:lvl9pPr>
          </a:lstStyle>
          <a:p/>
        </p:txBody>
      </p:sp>
      <p:sp>
        <p:nvSpPr>
          <p:cNvPr id="77" name="Google Shape;77;p17"/>
          <p:cNvSpPr txBox="1"/>
          <p:nvPr>
            <p:ph idx="3" type="title"/>
          </p:nvPr>
        </p:nvSpPr>
        <p:spPr>
          <a:xfrm>
            <a:off x="6067500" y="4621154"/>
            <a:ext cx="1581000" cy="118500"/>
          </a:xfrm>
          <a:prstGeom prst="rect">
            <a:avLst/>
          </a:prstGeom>
        </p:spPr>
        <p:txBody>
          <a:bodyPr anchorCtr="0" anchor="t" bIns="0" lIns="0" spcFirstLastPara="1" rIns="0" wrap="square" tIns="0">
            <a:normAutofit/>
          </a:bodyPr>
          <a:lstStyle>
            <a:lvl1pPr lvl="0" algn="ctr">
              <a:spcBef>
                <a:spcPts val="0"/>
              </a:spcBef>
              <a:spcAft>
                <a:spcPts val="0"/>
              </a:spcAft>
              <a:buNone/>
              <a:defRPr sz="800">
                <a:solidFill>
                  <a:schemeClr val="lt2"/>
                </a:solidFill>
              </a:defRPr>
            </a:lvl1pPr>
            <a:lvl2pPr lvl="1">
              <a:lnSpc>
                <a:spcPct val="115000"/>
              </a:lnSpc>
              <a:spcBef>
                <a:spcPts val="0"/>
              </a:spcBef>
              <a:spcAft>
                <a:spcPts val="0"/>
              </a:spcAft>
              <a:buNone/>
              <a:defRPr sz="800">
                <a:solidFill>
                  <a:schemeClr val="lt2"/>
                </a:solidFill>
              </a:defRPr>
            </a:lvl2pPr>
            <a:lvl3pPr lvl="2">
              <a:lnSpc>
                <a:spcPct val="115000"/>
              </a:lnSpc>
              <a:spcBef>
                <a:spcPts val="0"/>
              </a:spcBef>
              <a:spcAft>
                <a:spcPts val="0"/>
              </a:spcAft>
              <a:buNone/>
              <a:defRPr sz="800">
                <a:solidFill>
                  <a:schemeClr val="lt2"/>
                </a:solidFill>
              </a:defRPr>
            </a:lvl3pPr>
            <a:lvl4pPr lvl="3">
              <a:lnSpc>
                <a:spcPct val="115000"/>
              </a:lnSpc>
              <a:spcBef>
                <a:spcPts val="0"/>
              </a:spcBef>
              <a:spcAft>
                <a:spcPts val="0"/>
              </a:spcAft>
              <a:buNone/>
              <a:defRPr sz="800">
                <a:solidFill>
                  <a:schemeClr val="lt2"/>
                </a:solidFill>
              </a:defRPr>
            </a:lvl4pPr>
            <a:lvl5pPr lvl="4">
              <a:lnSpc>
                <a:spcPct val="115000"/>
              </a:lnSpc>
              <a:spcBef>
                <a:spcPts val="0"/>
              </a:spcBef>
              <a:spcAft>
                <a:spcPts val="0"/>
              </a:spcAft>
              <a:buNone/>
              <a:defRPr sz="800">
                <a:solidFill>
                  <a:schemeClr val="lt2"/>
                </a:solidFill>
              </a:defRPr>
            </a:lvl5pPr>
            <a:lvl6pPr lvl="5">
              <a:lnSpc>
                <a:spcPct val="115000"/>
              </a:lnSpc>
              <a:spcBef>
                <a:spcPts val="0"/>
              </a:spcBef>
              <a:spcAft>
                <a:spcPts val="0"/>
              </a:spcAft>
              <a:buNone/>
              <a:defRPr sz="800">
                <a:solidFill>
                  <a:schemeClr val="lt2"/>
                </a:solidFill>
              </a:defRPr>
            </a:lvl6pPr>
            <a:lvl7pPr lvl="6">
              <a:lnSpc>
                <a:spcPct val="115000"/>
              </a:lnSpc>
              <a:spcBef>
                <a:spcPts val="0"/>
              </a:spcBef>
              <a:spcAft>
                <a:spcPts val="0"/>
              </a:spcAft>
              <a:buNone/>
              <a:defRPr sz="800">
                <a:solidFill>
                  <a:schemeClr val="lt2"/>
                </a:solidFill>
              </a:defRPr>
            </a:lvl7pPr>
            <a:lvl8pPr lvl="7">
              <a:lnSpc>
                <a:spcPct val="115000"/>
              </a:lnSpc>
              <a:spcBef>
                <a:spcPts val="0"/>
              </a:spcBef>
              <a:spcAft>
                <a:spcPts val="0"/>
              </a:spcAft>
              <a:buNone/>
              <a:defRPr sz="800">
                <a:solidFill>
                  <a:schemeClr val="lt2"/>
                </a:solidFill>
              </a:defRPr>
            </a:lvl8pPr>
            <a:lvl9pPr lvl="8">
              <a:lnSpc>
                <a:spcPct val="115000"/>
              </a:lnSpc>
              <a:spcBef>
                <a:spcPts val="0"/>
              </a:spcBef>
              <a:spcAft>
                <a:spcPts val="0"/>
              </a:spcAft>
              <a:buNone/>
              <a:defRPr sz="800">
                <a:solidFill>
                  <a:schemeClr val="lt2"/>
                </a:solidFill>
              </a:defRPr>
            </a:lvl9pPr>
          </a:lstStyle>
          <a:p/>
        </p:txBody>
      </p:sp>
      <p:sp>
        <p:nvSpPr>
          <p:cNvPr id="78" name="Google Shape;78;p17"/>
          <p:cNvSpPr txBox="1"/>
          <p:nvPr>
            <p:ph idx="4"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
        <p:nvSpPr>
          <p:cNvPr id="79" name="Google Shape;79;p17"/>
          <p:cNvSpPr txBox="1"/>
          <p:nvPr>
            <p:ph idx="5" type="body"/>
          </p:nvPr>
        </p:nvSpPr>
        <p:spPr>
          <a:xfrm>
            <a:off x="5190600" y="1902000"/>
            <a:ext cx="3639600" cy="1644300"/>
          </a:xfrm>
          <a:prstGeom prst="rect">
            <a:avLst/>
          </a:prstGeom>
        </p:spPr>
        <p:txBody>
          <a:bodyPr anchorCtr="0" anchor="t" bIns="0" lIns="0" spcFirstLastPara="1" rIns="0" wrap="square" tIns="0">
            <a:noAutofit/>
          </a:bodyPr>
          <a:lstStyle>
            <a:lvl1pPr indent="-342900" lvl="0" marL="457200" algn="ctr">
              <a:lnSpc>
                <a:spcPct val="115000"/>
              </a:lnSpc>
              <a:spcBef>
                <a:spcPts val="0"/>
              </a:spcBef>
              <a:spcAft>
                <a:spcPts val="0"/>
              </a:spcAft>
              <a:buClr>
                <a:schemeClr val="lt2"/>
              </a:buClr>
              <a:buSzPts val="1800"/>
              <a:buFont typeface="Montserrat"/>
              <a:buChar char="●"/>
              <a:defRPr sz="1800"/>
            </a:lvl1pPr>
            <a:lvl2pPr indent="-342900" lvl="1" marL="914400" algn="ctr">
              <a:lnSpc>
                <a:spcPct val="115000"/>
              </a:lnSpc>
              <a:spcBef>
                <a:spcPts val="0"/>
              </a:spcBef>
              <a:spcAft>
                <a:spcPts val="0"/>
              </a:spcAft>
              <a:buClr>
                <a:schemeClr val="lt2"/>
              </a:buClr>
              <a:buSzPts val="1800"/>
              <a:buFont typeface="Montserrat"/>
              <a:buChar char="○"/>
              <a:defRPr sz="1800"/>
            </a:lvl2pPr>
            <a:lvl3pPr indent="-342900" lvl="2" marL="1371600" algn="ctr">
              <a:lnSpc>
                <a:spcPct val="115000"/>
              </a:lnSpc>
              <a:spcBef>
                <a:spcPts val="0"/>
              </a:spcBef>
              <a:spcAft>
                <a:spcPts val="0"/>
              </a:spcAft>
              <a:buClr>
                <a:schemeClr val="lt2"/>
              </a:buClr>
              <a:buSzPts val="1800"/>
              <a:buFont typeface="Montserrat"/>
              <a:buChar char="■"/>
              <a:defRPr sz="1800"/>
            </a:lvl3pPr>
            <a:lvl4pPr indent="-342900" lvl="3" marL="1828800" algn="ctr">
              <a:lnSpc>
                <a:spcPct val="115000"/>
              </a:lnSpc>
              <a:spcBef>
                <a:spcPts val="0"/>
              </a:spcBef>
              <a:spcAft>
                <a:spcPts val="0"/>
              </a:spcAft>
              <a:buClr>
                <a:schemeClr val="lt2"/>
              </a:buClr>
              <a:buSzPts val="1800"/>
              <a:buFont typeface="Montserrat"/>
              <a:buChar char="●"/>
              <a:defRPr sz="1800"/>
            </a:lvl4pPr>
            <a:lvl5pPr indent="-342900" lvl="4" marL="2286000" algn="ctr">
              <a:lnSpc>
                <a:spcPct val="115000"/>
              </a:lnSpc>
              <a:spcBef>
                <a:spcPts val="0"/>
              </a:spcBef>
              <a:spcAft>
                <a:spcPts val="0"/>
              </a:spcAft>
              <a:buClr>
                <a:schemeClr val="lt2"/>
              </a:buClr>
              <a:buSzPts val="1800"/>
              <a:buFont typeface="Montserrat"/>
              <a:buChar char="○"/>
              <a:defRPr sz="1800"/>
            </a:lvl5pPr>
            <a:lvl6pPr indent="-342900" lvl="5" marL="2743200" algn="ctr">
              <a:lnSpc>
                <a:spcPct val="115000"/>
              </a:lnSpc>
              <a:spcBef>
                <a:spcPts val="0"/>
              </a:spcBef>
              <a:spcAft>
                <a:spcPts val="0"/>
              </a:spcAft>
              <a:buClr>
                <a:schemeClr val="lt2"/>
              </a:buClr>
              <a:buSzPts val="1800"/>
              <a:buFont typeface="Montserrat"/>
              <a:buChar char="■"/>
              <a:defRPr sz="1800"/>
            </a:lvl6pPr>
            <a:lvl7pPr indent="-342900" lvl="6" marL="3200400" algn="ctr">
              <a:lnSpc>
                <a:spcPct val="115000"/>
              </a:lnSpc>
              <a:spcBef>
                <a:spcPts val="0"/>
              </a:spcBef>
              <a:spcAft>
                <a:spcPts val="0"/>
              </a:spcAft>
              <a:buClr>
                <a:schemeClr val="lt2"/>
              </a:buClr>
              <a:buSzPts val="1800"/>
              <a:buFont typeface="Montserrat"/>
              <a:buChar char="●"/>
              <a:defRPr sz="1800"/>
            </a:lvl7pPr>
            <a:lvl8pPr indent="-342900" lvl="7" marL="3657600" algn="ctr">
              <a:lnSpc>
                <a:spcPct val="115000"/>
              </a:lnSpc>
              <a:spcBef>
                <a:spcPts val="0"/>
              </a:spcBef>
              <a:spcAft>
                <a:spcPts val="0"/>
              </a:spcAft>
              <a:buClr>
                <a:schemeClr val="lt2"/>
              </a:buClr>
              <a:buSzPts val="1800"/>
              <a:buFont typeface="Montserrat"/>
              <a:buChar char="○"/>
              <a:defRPr sz="1800"/>
            </a:lvl8pPr>
            <a:lvl9pPr indent="-342900" lvl="8" marL="4114800" algn="ctr">
              <a:lnSpc>
                <a:spcPct val="115000"/>
              </a:lnSpc>
              <a:spcBef>
                <a:spcPts val="0"/>
              </a:spcBef>
              <a:spcAft>
                <a:spcPts val="0"/>
              </a:spcAft>
              <a:buClr>
                <a:schemeClr val="lt2"/>
              </a:buClr>
              <a:buSzPts val="1800"/>
              <a:buFont typeface="Montserrat"/>
              <a:buChar char="■"/>
              <a:defRPr sz="18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3">
  <p:cSld name="BLANK_1_1_1_1_1_1_1_1_1_1_1_5">
    <p:bg>
      <p:bgPr>
        <a:solidFill>
          <a:schemeClr val="dk2"/>
        </a:solidFill>
      </p:bgPr>
    </p:bg>
    <p:spTree>
      <p:nvGrpSpPr>
        <p:cNvPr id="80" name="Shape 80"/>
        <p:cNvGrpSpPr/>
        <p:nvPr/>
      </p:nvGrpSpPr>
      <p:grpSpPr>
        <a:xfrm>
          <a:off x="0" y="0"/>
          <a:ext cx="0" cy="0"/>
          <a:chOff x="0" y="0"/>
          <a:chExt cx="0" cy="0"/>
        </a:xfrm>
      </p:grpSpPr>
      <p:sp>
        <p:nvSpPr>
          <p:cNvPr id="81" name="Google Shape;81;p18"/>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82" name="Google Shape;82;p18"/>
          <p:cNvSpPr/>
          <p:nvPr/>
        </p:nvSpPr>
        <p:spPr>
          <a:xfrm flipH="1">
            <a:off x="7595967" y="280050"/>
            <a:ext cx="658800" cy="6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83" name="Google Shape;83;p18"/>
          <p:cNvSpPr/>
          <p:nvPr/>
        </p:nvSpPr>
        <p:spPr>
          <a:xfrm flipH="1">
            <a:off x="7759616" y="443699"/>
            <a:ext cx="331500" cy="33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84" name="Google Shape;84;p18"/>
          <p:cNvSpPr/>
          <p:nvPr/>
        </p:nvSpPr>
        <p:spPr>
          <a:xfrm flipH="1">
            <a:off x="7925104" y="4"/>
            <a:ext cx="1218900" cy="12189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85" name="Google Shape;85;p18"/>
          <p:cNvSpPr/>
          <p:nvPr/>
        </p:nvSpPr>
        <p:spPr>
          <a:xfrm flipH="1">
            <a:off x="7878268" y="562339"/>
            <a:ext cx="94200" cy="942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86" name="Google Shape;86;p18"/>
          <p:cNvSpPr txBox="1"/>
          <p:nvPr>
            <p:ph idx="1" type="body"/>
          </p:nvPr>
        </p:nvSpPr>
        <p:spPr>
          <a:xfrm>
            <a:off x="255975" y="1836350"/>
            <a:ext cx="1881600" cy="7758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87" name="Google Shape;87;p18"/>
          <p:cNvSpPr txBox="1"/>
          <p:nvPr>
            <p:ph idx="2" type="title"/>
          </p:nvPr>
        </p:nvSpPr>
        <p:spPr>
          <a:xfrm>
            <a:off x="255975" y="1547275"/>
            <a:ext cx="1881600" cy="1896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1200">
                <a:latin typeface="Montserrat"/>
                <a:ea typeface="Montserrat"/>
                <a:cs typeface="Montserrat"/>
                <a:sym typeface="Montserrat"/>
              </a:defRPr>
            </a:lvl1pPr>
            <a:lvl2pPr lvl="1">
              <a:lnSpc>
                <a:spcPct val="115000"/>
              </a:lnSpc>
              <a:spcBef>
                <a:spcPts val="0"/>
              </a:spcBef>
              <a:spcAft>
                <a:spcPts val="0"/>
              </a:spcAft>
              <a:buNone/>
              <a:defRPr sz="1200">
                <a:latin typeface="Montserrat"/>
                <a:ea typeface="Montserrat"/>
                <a:cs typeface="Montserrat"/>
                <a:sym typeface="Montserrat"/>
              </a:defRPr>
            </a:lvl2pPr>
            <a:lvl3pPr lvl="2">
              <a:lnSpc>
                <a:spcPct val="115000"/>
              </a:lnSpc>
              <a:spcBef>
                <a:spcPts val="0"/>
              </a:spcBef>
              <a:spcAft>
                <a:spcPts val="0"/>
              </a:spcAft>
              <a:buNone/>
              <a:defRPr sz="1200">
                <a:latin typeface="Montserrat"/>
                <a:ea typeface="Montserrat"/>
                <a:cs typeface="Montserrat"/>
                <a:sym typeface="Montserrat"/>
              </a:defRPr>
            </a:lvl3pPr>
            <a:lvl4pPr lvl="3">
              <a:lnSpc>
                <a:spcPct val="115000"/>
              </a:lnSpc>
              <a:spcBef>
                <a:spcPts val="0"/>
              </a:spcBef>
              <a:spcAft>
                <a:spcPts val="0"/>
              </a:spcAft>
              <a:buNone/>
              <a:defRPr sz="1200">
                <a:latin typeface="Montserrat"/>
                <a:ea typeface="Montserrat"/>
                <a:cs typeface="Montserrat"/>
                <a:sym typeface="Montserrat"/>
              </a:defRPr>
            </a:lvl4pPr>
            <a:lvl5pPr lvl="4">
              <a:lnSpc>
                <a:spcPct val="115000"/>
              </a:lnSpc>
              <a:spcBef>
                <a:spcPts val="0"/>
              </a:spcBef>
              <a:spcAft>
                <a:spcPts val="0"/>
              </a:spcAft>
              <a:buNone/>
              <a:defRPr sz="1200">
                <a:latin typeface="Montserrat"/>
                <a:ea typeface="Montserrat"/>
                <a:cs typeface="Montserrat"/>
                <a:sym typeface="Montserrat"/>
              </a:defRPr>
            </a:lvl5pPr>
            <a:lvl6pPr lvl="5">
              <a:lnSpc>
                <a:spcPct val="115000"/>
              </a:lnSpc>
              <a:spcBef>
                <a:spcPts val="0"/>
              </a:spcBef>
              <a:spcAft>
                <a:spcPts val="0"/>
              </a:spcAft>
              <a:buNone/>
              <a:defRPr sz="1200">
                <a:latin typeface="Montserrat"/>
                <a:ea typeface="Montserrat"/>
                <a:cs typeface="Montserrat"/>
                <a:sym typeface="Montserrat"/>
              </a:defRPr>
            </a:lvl6pPr>
            <a:lvl7pPr lvl="6">
              <a:lnSpc>
                <a:spcPct val="115000"/>
              </a:lnSpc>
              <a:spcBef>
                <a:spcPts val="0"/>
              </a:spcBef>
              <a:spcAft>
                <a:spcPts val="0"/>
              </a:spcAft>
              <a:buNone/>
              <a:defRPr sz="1200">
                <a:latin typeface="Montserrat"/>
                <a:ea typeface="Montserrat"/>
                <a:cs typeface="Montserrat"/>
                <a:sym typeface="Montserrat"/>
              </a:defRPr>
            </a:lvl7pPr>
            <a:lvl8pPr lvl="7">
              <a:lnSpc>
                <a:spcPct val="115000"/>
              </a:lnSpc>
              <a:spcBef>
                <a:spcPts val="0"/>
              </a:spcBef>
              <a:spcAft>
                <a:spcPts val="0"/>
              </a:spcAft>
              <a:buNone/>
              <a:defRPr sz="1200">
                <a:latin typeface="Montserrat"/>
                <a:ea typeface="Montserrat"/>
                <a:cs typeface="Montserrat"/>
                <a:sym typeface="Montserrat"/>
              </a:defRPr>
            </a:lvl8pPr>
            <a:lvl9pPr lvl="8">
              <a:lnSpc>
                <a:spcPct val="115000"/>
              </a:lnSpc>
              <a:spcBef>
                <a:spcPts val="0"/>
              </a:spcBef>
              <a:spcAft>
                <a:spcPts val="0"/>
              </a:spcAft>
              <a:buNone/>
              <a:defRPr sz="1200">
                <a:latin typeface="Montserrat"/>
                <a:ea typeface="Montserrat"/>
                <a:cs typeface="Montserrat"/>
                <a:sym typeface="Montserrat"/>
              </a:defRPr>
            </a:lvl9pPr>
          </a:lstStyle>
          <a:p/>
        </p:txBody>
      </p:sp>
      <p:sp>
        <p:nvSpPr>
          <p:cNvPr id="88" name="Google Shape;88;p18"/>
          <p:cNvSpPr txBox="1"/>
          <p:nvPr>
            <p:ph idx="3" type="body"/>
          </p:nvPr>
        </p:nvSpPr>
        <p:spPr>
          <a:xfrm>
            <a:off x="2506125" y="1836350"/>
            <a:ext cx="1881600" cy="7758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89" name="Google Shape;89;p18"/>
          <p:cNvSpPr txBox="1"/>
          <p:nvPr>
            <p:ph idx="4" type="title"/>
          </p:nvPr>
        </p:nvSpPr>
        <p:spPr>
          <a:xfrm>
            <a:off x="2506125" y="1547275"/>
            <a:ext cx="1881600" cy="1896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1200">
                <a:latin typeface="Montserrat"/>
                <a:ea typeface="Montserrat"/>
                <a:cs typeface="Montserrat"/>
                <a:sym typeface="Montserrat"/>
              </a:defRPr>
            </a:lvl1pPr>
            <a:lvl2pPr lvl="1">
              <a:lnSpc>
                <a:spcPct val="115000"/>
              </a:lnSpc>
              <a:spcBef>
                <a:spcPts val="0"/>
              </a:spcBef>
              <a:spcAft>
                <a:spcPts val="0"/>
              </a:spcAft>
              <a:buNone/>
              <a:defRPr sz="1200">
                <a:latin typeface="Montserrat"/>
                <a:ea typeface="Montserrat"/>
                <a:cs typeface="Montserrat"/>
                <a:sym typeface="Montserrat"/>
              </a:defRPr>
            </a:lvl2pPr>
            <a:lvl3pPr lvl="2">
              <a:lnSpc>
                <a:spcPct val="115000"/>
              </a:lnSpc>
              <a:spcBef>
                <a:spcPts val="0"/>
              </a:spcBef>
              <a:spcAft>
                <a:spcPts val="0"/>
              </a:spcAft>
              <a:buNone/>
              <a:defRPr sz="1200">
                <a:latin typeface="Montserrat"/>
                <a:ea typeface="Montserrat"/>
                <a:cs typeface="Montserrat"/>
                <a:sym typeface="Montserrat"/>
              </a:defRPr>
            </a:lvl3pPr>
            <a:lvl4pPr lvl="3">
              <a:lnSpc>
                <a:spcPct val="115000"/>
              </a:lnSpc>
              <a:spcBef>
                <a:spcPts val="0"/>
              </a:spcBef>
              <a:spcAft>
                <a:spcPts val="0"/>
              </a:spcAft>
              <a:buNone/>
              <a:defRPr sz="1200">
                <a:latin typeface="Montserrat"/>
                <a:ea typeface="Montserrat"/>
                <a:cs typeface="Montserrat"/>
                <a:sym typeface="Montserrat"/>
              </a:defRPr>
            </a:lvl4pPr>
            <a:lvl5pPr lvl="4">
              <a:lnSpc>
                <a:spcPct val="115000"/>
              </a:lnSpc>
              <a:spcBef>
                <a:spcPts val="0"/>
              </a:spcBef>
              <a:spcAft>
                <a:spcPts val="0"/>
              </a:spcAft>
              <a:buNone/>
              <a:defRPr sz="1200">
                <a:latin typeface="Montserrat"/>
                <a:ea typeface="Montserrat"/>
                <a:cs typeface="Montserrat"/>
                <a:sym typeface="Montserrat"/>
              </a:defRPr>
            </a:lvl5pPr>
            <a:lvl6pPr lvl="5">
              <a:lnSpc>
                <a:spcPct val="115000"/>
              </a:lnSpc>
              <a:spcBef>
                <a:spcPts val="0"/>
              </a:spcBef>
              <a:spcAft>
                <a:spcPts val="0"/>
              </a:spcAft>
              <a:buNone/>
              <a:defRPr sz="1200">
                <a:latin typeface="Montserrat"/>
                <a:ea typeface="Montserrat"/>
                <a:cs typeface="Montserrat"/>
                <a:sym typeface="Montserrat"/>
              </a:defRPr>
            </a:lvl6pPr>
            <a:lvl7pPr lvl="6">
              <a:lnSpc>
                <a:spcPct val="115000"/>
              </a:lnSpc>
              <a:spcBef>
                <a:spcPts val="0"/>
              </a:spcBef>
              <a:spcAft>
                <a:spcPts val="0"/>
              </a:spcAft>
              <a:buNone/>
              <a:defRPr sz="1200">
                <a:latin typeface="Montserrat"/>
                <a:ea typeface="Montserrat"/>
                <a:cs typeface="Montserrat"/>
                <a:sym typeface="Montserrat"/>
              </a:defRPr>
            </a:lvl7pPr>
            <a:lvl8pPr lvl="7">
              <a:lnSpc>
                <a:spcPct val="115000"/>
              </a:lnSpc>
              <a:spcBef>
                <a:spcPts val="0"/>
              </a:spcBef>
              <a:spcAft>
                <a:spcPts val="0"/>
              </a:spcAft>
              <a:buNone/>
              <a:defRPr sz="1200">
                <a:latin typeface="Montserrat"/>
                <a:ea typeface="Montserrat"/>
                <a:cs typeface="Montserrat"/>
                <a:sym typeface="Montserrat"/>
              </a:defRPr>
            </a:lvl8pPr>
            <a:lvl9pPr lvl="8">
              <a:lnSpc>
                <a:spcPct val="115000"/>
              </a:lnSpc>
              <a:spcBef>
                <a:spcPts val="0"/>
              </a:spcBef>
              <a:spcAft>
                <a:spcPts val="0"/>
              </a:spcAft>
              <a:buNone/>
              <a:defRPr sz="1200">
                <a:latin typeface="Montserrat"/>
                <a:ea typeface="Montserrat"/>
                <a:cs typeface="Montserrat"/>
                <a:sym typeface="Montserrat"/>
              </a:defRPr>
            </a:lvl9pPr>
          </a:lstStyle>
          <a:p/>
        </p:txBody>
      </p:sp>
      <p:sp>
        <p:nvSpPr>
          <p:cNvPr id="90" name="Google Shape;90;p18"/>
          <p:cNvSpPr txBox="1"/>
          <p:nvPr>
            <p:ph idx="5" type="body"/>
          </p:nvPr>
        </p:nvSpPr>
        <p:spPr>
          <a:xfrm>
            <a:off x="4756275" y="1836350"/>
            <a:ext cx="1881600" cy="7758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91" name="Google Shape;91;p18"/>
          <p:cNvSpPr txBox="1"/>
          <p:nvPr>
            <p:ph idx="6" type="title"/>
          </p:nvPr>
        </p:nvSpPr>
        <p:spPr>
          <a:xfrm>
            <a:off x="4756275" y="1547275"/>
            <a:ext cx="1881600" cy="1896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1200">
                <a:latin typeface="Montserrat"/>
                <a:ea typeface="Montserrat"/>
                <a:cs typeface="Montserrat"/>
                <a:sym typeface="Montserrat"/>
              </a:defRPr>
            </a:lvl1pPr>
            <a:lvl2pPr lvl="1">
              <a:lnSpc>
                <a:spcPct val="115000"/>
              </a:lnSpc>
              <a:spcBef>
                <a:spcPts val="0"/>
              </a:spcBef>
              <a:spcAft>
                <a:spcPts val="0"/>
              </a:spcAft>
              <a:buNone/>
              <a:defRPr sz="1200">
                <a:latin typeface="Montserrat"/>
                <a:ea typeface="Montserrat"/>
                <a:cs typeface="Montserrat"/>
                <a:sym typeface="Montserrat"/>
              </a:defRPr>
            </a:lvl2pPr>
            <a:lvl3pPr lvl="2">
              <a:lnSpc>
                <a:spcPct val="115000"/>
              </a:lnSpc>
              <a:spcBef>
                <a:spcPts val="0"/>
              </a:spcBef>
              <a:spcAft>
                <a:spcPts val="0"/>
              </a:spcAft>
              <a:buNone/>
              <a:defRPr sz="1200">
                <a:latin typeface="Montserrat"/>
                <a:ea typeface="Montserrat"/>
                <a:cs typeface="Montserrat"/>
                <a:sym typeface="Montserrat"/>
              </a:defRPr>
            </a:lvl3pPr>
            <a:lvl4pPr lvl="3">
              <a:lnSpc>
                <a:spcPct val="115000"/>
              </a:lnSpc>
              <a:spcBef>
                <a:spcPts val="0"/>
              </a:spcBef>
              <a:spcAft>
                <a:spcPts val="0"/>
              </a:spcAft>
              <a:buNone/>
              <a:defRPr sz="1200">
                <a:latin typeface="Montserrat"/>
                <a:ea typeface="Montserrat"/>
                <a:cs typeface="Montserrat"/>
                <a:sym typeface="Montserrat"/>
              </a:defRPr>
            </a:lvl4pPr>
            <a:lvl5pPr lvl="4">
              <a:lnSpc>
                <a:spcPct val="115000"/>
              </a:lnSpc>
              <a:spcBef>
                <a:spcPts val="0"/>
              </a:spcBef>
              <a:spcAft>
                <a:spcPts val="0"/>
              </a:spcAft>
              <a:buNone/>
              <a:defRPr sz="1200">
                <a:latin typeface="Montserrat"/>
                <a:ea typeface="Montserrat"/>
                <a:cs typeface="Montserrat"/>
                <a:sym typeface="Montserrat"/>
              </a:defRPr>
            </a:lvl5pPr>
            <a:lvl6pPr lvl="5">
              <a:lnSpc>
                <a:spcPct val="115000"/>
              </a:lnSpc>
              <a:spcBef>
                <a:spcPts val="0"/>
              </a:spcBef>
              <a:spcAft>
                <a:spcPts val="0"/>
              </a:spcAft>
              <a:buNone/>
              <a:defRPr sz="1200">
                <a:latin typeface="Montserrat"/>
                <a:ea typeface="Montserrat"/>
                <a:cs typeface="Montserrat"/>
                <a:sym typeface="Montserrat"/>
              </a:defRPr>
            </a:lvl6pPr>
            <a:lvl7pPr lvl="6">
              <a:lnSpc>
                <a:spcPct val="115000"/>
              </a:lnSpc>
              <a:spcBef>
                <a:spcPts val="0"/>
              </a:spcBef>
              <a:spcAft>
                <a:spcPts val="0"/>
              </a:spcAft>
              <a:buNone/>
              <a:defRPr sz="1200">
                <a:latin typeface="Montserrat"/>
                <a:ea typeface="Montserrat"/>
                <a:cs typeface="Montserrat"/>
                <a:sym typeface="Montserrat"/>
              </a:defRPr>
            </a:lvl7pPr>
            <a:lvl8pPr lvl="7">
              <a:lnSpc>
                <a:spcPct val="115000"/>
              </a:lnSpc>
              <a:spcBef>
                <a:spcPts val="0"/>
              </a:spcBef>
              <a:spcAft>
                <a:spcPts val="0"/>
              </a:spcAft>
              <a:buNone/>
              <a:defRPr sz="1200">
                <a:latin typeface="Montserrat"/>
                <a:ea typeface="Montserrat"/>
                <a:cs typeface="Montserrat"/>
                <a:sym typeface="Montserrat"/>
              </a:defRPr>
            </a:lvl8pPr>
            <a:lvl9pPr lvl="8">
              <a:lnSpc>
                <a:spcPct val="115000"/>
              </a:lnSpc>
              <a:spcBef>
                <a:spcPts val="0"/>
              </a:spcBef>
              <a:spcAft>
                <a:spcPts val="0"/>
              </a:spcAft>
              <a:buNone/>
              <a:defRPr sz="1200">
                <a:latin typeface="Montserrat"/>
                <a:ea typeface="Montserrat"/>
                <a:cs typeface="Montserrat"/>
                <a:sym typeface="Montserrat"/>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1">
  <p:cSld name="BLANK_1_1_1_1_1_1_1_1_1_1_1_4">
    <p:spTree>
      <p:nvGrpSpPr>
        <p:cNvPr id="92" name="Shape 92"/>
        <p:cNvGrpSpPr/>
        <p:nvPr/>
      </p:nvGrpSpPr>
      <p:grpSpPr>
        <a:xfrm>
          <a:off x="0" y="0"/>
          <a:ext cx="0" cy="0"/>
          <a:chOff x="0" y="0"/>
          <a:chExt cx="0" cy="0"/>
        </a:xfrm>
      </p:grpSpPr>
      <p:sp>
        <p:nvSpPr>
          <p:cNvPr id="93" name="Google Shape;93;p19"/>
          <p:cNvSpPr/>
          <p:nvPr/>
        </p:nvSpPr>
        <p:spPr>
          <a:xfrm>
            <a:off x="-75" y="100"/>
            <a:ext cx="65658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sp>
        <p:nvSpPr>
          <p:cNvPr id="94" name="Google Shape;94;p19"/>
          <p:cNvSpPr txBox="1"/>
          <p:nvPr>
            <p:ph idx="1" type="body"/>
          </p:nvPr>
        </p:nvSpPr>
        <p:spPr>
          <a:xfrm>
            <a:off x="6821675" y="1272000"/>
            <a:ext cx="2066400" cy="22398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95" name="Google Shape;95;p19"/>
          <p:cNvSpPr txBox="1"/>
          <p:nvPr>
            <p:ph type="title"/>
          </p:nvPr>
        </p:nvSpPr>
        <p:spPr>
          <a:xfrm>
            <a:off x="4517150" y="4764350"/>
            <a:ext cx="1792800" cy="123000"/>
          </a:xfrm>
          <a:prstGeom prst="rect">
            <a:avLst/>
          </a:prstGeom>
        </p:spPr>
        <p:txBody>
          <a:bodyPr anchorCtr="0" anchor="t" bIns="0" lIns="0" spcFirstLastPara="1" rIns="0" wrap="square" tIns="0">
            <a:spAutoFit/>
          </a:bodyPr>
          <a:lstStyle>
            <a:lvl1pPr lvl="0"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1pPr>
            <a:lvl2pPr lvl="1"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2pPr>
            <a:lvl3pPr lvl="2"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3pPr>
            <a:lvl4pPr lvl="3"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4pPr>
            <a:lvl5pPr lvl="4"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5pPr>
            <a:lvl6pPr lvl="5"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6pPr>
            <a:lvl7pPr lvl="6"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7pPr>
            <a:lvl8pPr lvl="7"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8pPr>
            <a:lvl9pPr lvl="8"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9pPr>
          </a:lstStyle>
          <a:p/>
        </p:txBody>
      </p:sp>
      <p:sp>
        <p:nvSpPr>
          <p:cNvPr id="96" name="Google Shape;96;p19"/>
          <p:cNvSpPr txBox="1"/>
          <p:nvPr>
            <p:ph idx="2"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solidFill>
                  <a:schemeClr val="accent3"/>
                </a:solidFill>
              </a:defRPr>
            </a:lvl1pPr>
            <a:lvl2pPr lvl="1">
              <a:lnSpc>
                <a:spcPct val="115000"/>
              </a:lnSpc>
              <a:spcBef>
                <a:spcPts val="0"/>
              </a:spcBef>
              <a:spcAft>
                <a:spcPts val="0"/>
              </a:spcAft>
              <a:buNone/>
              <a:defRPr sz="3000">
                <a:solidFill>
                  <a:schemeClr val="accent3"/>
                </a:solidFill>
              </a:defRPr>
            </a:lvl2pPr>
            <a:lvl3pPr lvl="2">
              <a:lnSpc>
                <a:spcPct val="115000"/>
              </a:lnSpc>
              <a:spcBef>
                <a:spcPts val="0"/>
              </a:spcBef>
              <a:spcAft>
                <a:spcPts val="0"/>
              </a:spcAft>
              <a:buNone/>
              <a:defRPr sz="3000">
                <a:solidFill>
                  <a:schemeClr val="accent3"/>
                </a:solidFill>
              </a:defRPr>
            </a:lvl3pPr>
            <a:lvl4pPr lvl="3">
              <a:lnSpc>
                <a:spcPct val="115000"/>
              </a:lnSpc>
              <a:spcBef>
                <a:spcPts val="0"/>
              </a:spcBef>
              <a:spcAft>
                <a:spcPts val="0"/>
              </a:spcAft>
              <a:buNone/>
              <a:defRPr sz="3000">
                <a:solidFill>
                  <a:schemeClr val="accent3"/>
                </a:solidFill>
              </a:defRPr>
            </a:lvl4pPr>
            <a:lvl5pPr lvl="4">
              <a:lnSpc>
                <a:spcPct val="115000"/>
              </a:lnSpc>
              <a:spcBef>
                <a:spcPts val="0"/>
              </a:spcBef>
              <a:spcAft>
                <a:spcPts val="0"/>
              </a:spcAft>
              <a:buNone/>
              <a:defRPr sz="3000">
                <a:solidFill>
                  <a:schemeClr val="accent3"/>
                </a:solidFill>
              </a:defRPr>
            </a:lvl5pPr>
            <a:lvl6pPr lvl="5">
              <a:lnSpc>
                <a:spcPct val="115000"/>
              </a:lnSpc>
              <a:spcBef>
                <a:spcPts val="0"/>
              </a:spcBef>
              <a:spcAft>
                <a:spcPts val="0"/>
              </a:spcAft>
              <a:buNone/>
              <a:defRPr sz="3000">
                <a:solidFill>
                  <a:schemeClr val="accent3"/>
                </a:solidFill>
              </a:defRPr>
            </a:lvl6pPr>
            <a:lvl7pPr lvl="6">
              <a:lnSpc>
                <a:spcPct val="115000"/>
              </a:lnSpc>
              <a:spcBef>
                <a:spcPts val="0"/>
              </a:spcBef>
              <a:spcAft>
                <a:spcPts val="0"/>
              </a:spcAft>
              <a:buNone/>
              <a:defRPr sz="3000">
                <a:solidFill>
                  <a:schemeClr val="accent3"/>
                </a:solidFill>
              </a:defRPr>
            </a:lvl7pPr>
            <a:lvl8pPr lvl="7">
              <a:lnSpc>
                <a:spcPct val="115000"/>
              </a:lnSpc>
              <a:spcBef>
                <a:spcPts val="0"/>
              </a:spcBef>
              <a:spcAft>
                <a:spcPts val="0"/>
              </a:spcAft>
              <a:buNone/>
              <a:defRPr sz="3000">
                <a:solidFill>
                  <a:schemeClr val="accent3"/>
                </a:solidFill>
              </a:defRPr>
            </a:lvl8pPr>
            <a:lvl9pPr lvl="8">
              <a:lnSpc>
                <a:spcPct val="115000"/>
              </a:lnSpc>
              <a:spcBef>
                <a:spcPts val="0"/>
              </a:spcBef>
              <a:spcAft>
                <a:spcPts val="0"/>
              </a:spcAft>
              <a:buNone/>
              <a:defRPr sz="3000">
                <a:solidFill>
                  <a:schemeClr val="accent3"/>
                </a:solidFill>
              </a:defRPr>
            </a:lvl9pPr>
          </a:lstStyle>
          <a:p/>
        </p:txBody>
      </p:sp>
      <p:sp>
        <p:nvSpPr>
          <p:cNvPr id="97" name="Google Shape;97;p19"/>
          <p:cNvSpPr txBox="1"/>
          <p:nvPr>
            <p:ph idx="3"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2">
  <p:cSld name="BLANK_1_1_1_1_1_1_1_1_1_1_1_4_2">
    <p:spTree>
      <p:nvGrpSpPr>
        <p:cNvPr id="98" name="Shape 98"/>
        <p:cNvGrpSpPr/>
        <p:nvPr/>
      </p:nvGrpSpPr>
      <p:grpSpPr>
        <a:xfrm>
          <a:off x="0" y="0"/>
          <a:ext cx="0" cy="0"/>
          <a:chOff x="0" y="0"/>
          <a:chExt cx="0" cy="0"/>
        </a:xfrm>
      </p:grpSpPr>
      <p:sp>
        <p:nvSpPr>
          <p:cNvPr id="99" name="Google Shape;99;p20"/>
          <p:cNvSpPr/>
          <p:nvPr/>
        </p:nvSpPr>
        <p:spPr>
          <a:xfrm flipH="1">
            <a:off x="-25" y="0"/>
            <a:ext cx="65658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00" name="Google Shape;100;p20"/>
          <p:cNvSpPr txBox="1"/>
          <p:nvPr>
            <p:ph type="title"/>
          </p:nvPr>
        </p:nvSpPr>
        <p:spPr>
          <a:xfrm>
            <a:off x="256025" y="213150"/>
            <a:ext cx="60540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solidFill>
                  <a:schemeClr val="accent3"/>
                </a:solidFill>
              </a:defRPr>
            </a:lvl1pPr>
            <a:lvl2pPr lvl="1">
              <a:lnSpc>
                <a:spcPct val="115000"/>
              </a:lnSpc>
              <a:spcBef>
                <a:spcPts val="0"/>
              </a:spcBef>
              <a:spcAft>
                <a:spcPts val="0"/>
              </a:spcAft>
              <a:buNone/>
              <a:defRPr sz="3000">
                <a:solidFill>
                  <a:schemeClr val="accent3"/>
                </a:solidFill>
              </a:defRPr>
            </a:lvl2pPr>
            <a:lvl3pPr lvl="2">
              <a:lnSpc>
                <a:spcPct val="115000"/>
              </a:lnSpc>
              <a:spcBef>
                <a:spcPts val="0"/>
              </a:spcBef>
              <a:spcAft>
                <a:spcPts val="0"/>
              </a:spcAft>
              <a:buNone/>
              <a:defRPr sz="3000">
                <a:solidFill>
                  <a:schemeClr val="accent3"/>
                </a:solidFill>
              </a:defRPr>
            </a:lvl3pPr>
            <a:lvl4pPr lvl="3">
              <a:lnSpc>
                <a:spcPct val="115000"/>
              </a:lnSpc>
              <a:spcBef>
                <a:spcPts val="0"/>
              </a:spcBef>
              <a:spcAft>
                <a:spcPts val="0"/>
              </a:spcAft>
              <a:buNone/>
              <a:defRPr sz="3000">
                <a:solidFill>
                  <a:schemeClr val="accent3"/>
                </a:solidFill>
              </a:defRPr>
            </a:lvl4pPr>
            <a:lvl5pPr lvl="4">
              <a:lnSpc>
                <a:spcPct val="115000"/>
              </a:lnSpc>
              <a:spcBef>
                <a:spcPts val="0"/>
              </a:spcBef>
              <a:spcAft>
                <a:spcPts val="0"/>
              </a:spcAft>
              <a:buNone/>
              <a:defRPr sz="3000">
                <a:solidFill>
                  <a:schemeClr val="accent3"/>
                </a:solidFill>
              </a:defRPr>
            </a:lvl5pPr>
            <a:lvl6pPr lvl="5">
              <a:lnSpc>
                <a:spcPct val="115000"/>
              </a:lnSpc>
              <a:spcBef>
                <a:spcPts val="0"/>
              </a:spcBef>
              <a:spcAft>
                <a:spcPts val="0"/>
              </a:spcAft>
              <a:buNone/>
              <a:defRPr sz="3000">
                <a:solidFill>
                  <a:schemeClr val="accent3"/>
                </a:solidFill>
              </a:defRPr>
            </a:lvl6pPr>
            <a:lvl7pPr lvl="6">
              <a:lnSpc>
                <a:spcPct val="115000"/>
              </a:lnSpc>
              <a:spcBef>
                <a:spcPts val="0"/>
              </a:spcBef>
              <a:spcAft>
                <a:spcPts val="0"/>
              </a:spcAft>
              <a:buNone/>
              <a:defRPr sz="3000">
                <a:solidFill>
                  <a:schemeClr val="accent3"/>
                </a:solidFill>
              </a:defRPr>
            </a:lvl7pPr>
            <a:lvl8pPr lvl="7">
              <a:lnSpc>
                <a:spcPct val="115000"/>
              </a:lnSpc>
              <a:spcBef>
                <a:spcPts val="0"/>
              </a:spcBef>
              <a:spcAft>
                <a:spcPts val="0"/>
              </a:spcAft>
              <a:buNone/>
              <a:defRPr sz="3000">
                <a:solidFill>
                  <a:schemeClr val="accent3"/>
                </a:solidFill>
              </a:defRPr>
            </a:lvl8pPr>
            <a:lvl9pPr lvl="8">
              <a:lnSpc>
                <a:spcPct val="115000"/>
              </a:lnSpc>
              <a:spcBef>
                <a:spcPts val="0"/>
              </a:spcBef>
              <a:spcAft>
                <a:spcPts val="0"/>
              </a:spcAft>
              <a:buNone/>
              <a:defRPr sz="3000">
                <a:solidFill>
                  <a:schemeClr val="accent3"/>
                </a:solidFill>
              </a:defRPr>
            </a:lvl9pPr>
          </a:lstStyle>
          <a:p/>
        </p:txBody>
      </p:sp>
      <p:sp>
        <p:nvSpPr>
          <p:cNvPr id="101" name="Google Shape;101;p20"/>
          <p:cNvSpPr txBox="1"/>
          <p:nvPr>
            <p:ph idx="1" type="body"/>
          </p:nvPr>
        </p:nvSpPr>
        <p:spPr>
          <a:xfrm>
            <a:off x="6821675" y="1272000"/>
            <a:ext cx="2066400" cy="22398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102" name="Google Shape;102;p20"/>
          <p:cNvSpPr txBox="1"/>
          <p:nvPr>
            <p:ph idx="2" type="title"/>
          </p:nvPr>
        </p:nvSpPr>
        <p:spPr>
          <a:xfrm>
            <a:off x="4517150" y="4764350"/>
            <a:ext cx="1792800" cy="123000"/>
          </a:xfrm>
          <a:prstGeom prst="rect">
            <a:avLst/>
          </a:prstGeom>
        </p:spPr>
        <p:txBody>
          <a:bodyPr anchorCtr="0" anchor="t" bIns="0" lIns="0" spcFirstLastPara="1" rIns="0" wrap="square" tIns="0">
            <a:spAutoFit/>
          </a:bodyPr>
          <a:lstStyle>
            <a:lvl1pPr lvl="0"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1pPr>
            <a:lvl2pPr lvl="1"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2pPr>
            <a:lvl3pPr lvl="2"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3pPr>
            <a:lvl4pPr lvl="3"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4pPr>
            <a:lvl5pPr lvl="4"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5pPr>
            <a:lvl6pPr lvl="5"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6pPr>
            <a:lvl7pPr lvl="6"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7pPr>
            <a:lvl8pPr lvl="7"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8pPr>
            <a:lvl9pPr lvl="8"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9pPr>
          </a:lstStyle>
          <a:p/>
        </p:txBody>
      </p:sp>
      <p:sp>
        <p:nvSpPr>
          <p:cNvPr id="103" name="Google Shape;103;p20"/>
          <p:cNvSpPr txBox="1"/>
          <p:nvPr>
            <p:ph idx="3"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sub-section 3">
  <p:cSld name="BLANK_1_1_1_1_1_1_1_1_1_1_1_4_1_1_1">
    <p:bg>
      <p:bgPr>
        <a:solidFill>
          <a:schemeClr val="dk1"/>
        </a:solidFill>
      </p:bgPr>
    </p:bg>
    <p:spTree>
      <p:nvGrpSpPr>
        <p:cNvPr id="104" name="Shape 104"/>
        <p:cNvGrpSpPr/>
        <p:nvPr/>
      </p:nvGrpSpPr>
      <p:grpSpPr>
        <a:xfrm>
          <a:off x="0" y="0"/>
          <a:ext cx="0" cy="0"/>
          <a:chOff x="0" y="0"/>
          <a:chExt cx="0" cy="0"/>
        </a:xfrm>
      </p:grpSpPr>
      <p:sp>
        <p:nvSpPr>
          <p:cNvPr id="105" name="Google Shape;105;p21"/>
          <p:cNvSpPr txBox="1"/>
          <p:nvPr>
            <p:ph type="title"/>
          </p:nvPr>
        </p:nvSpPr>
        <p:spPr>
          <a:xfrm>
            <a:off x="256025" y="213150"/>
            <a:ext cx="55836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solidFill>
                  <a:schemeClr val="accent3"/>
                </a:solidFill>
              </a:defRPr>
            </a:lvl1pPr>
            <a:lvl2pPr lvl="1">
              <a:lnSpc>
                <a:spcPct val="115000"/>
              </a:lnSpc>
              <a:spcBef>
                <a:spcPts val="0"/>
              </a:spcBef>
              <a:spcAft>
                <a:spcPts val="0"/>
              </a:spcAft>
              <a:buNone/>
              <a:defRPr sz="3000">
                <a:solidFill>
                  <a:schemeClr val="accent3"/>
                </a:solidFill>
              </a:defRPr>
            </a:lvl2pPr>
            <a:lvl3pPr lvl="2">
              <a:lnSpc>
                <a:spcPct val="115000"/>
              </a:lnSpc>
              <a:spcBef>
                <a:spcPts val="0"/>
              </a:spcBef>
              <a:spcAft>
                <a:spcPts val="0"/>
              </a:spcAft>
              <a:buNone/>
              <a:defRPr sz="3000">
                <a:solidFill>
                  <a:schemeClr val="accent3"/>
                </a:solidFill>
              </a:defRPr>
            </a:lvl3pPr>
            <a:lvl4pPr lvl="3">
              <a:lnSpc>
                <a:spcPct val="115000"/>
              </a:lnSpc>
              <a:spcBef>
                <a:spcPts val="0"/>
              </a:spcBef>
              <a:spcAft>
                <a:spcPts val="0"/>
              </a:spcAft>
              <a:buNone/>
              <a:defRPr sz="3000">
                <a:solidFill>
                  <a:schemeClr val="accent3"/>
                </a:solidFill>
              </a:defRPr>
            </a:lvl4pPr>
            <a:lvl5pPr lvl="4">
              <a:lnSpc>
                <a:spcPct val="115000"/>
              </a:lnSpc>
              <a:spcBef>
                <a:spcPts val="0"/>
              </a:spcBef>
              <a:spcAft>
                <a:spcPts val="0"/>
              </a:spcAft>
              <a:buNone/>
              <a:defRPr sz="3000">
                <a:solidFill>
                  <a:schemeClr val="accent3"/>
                </a:solidFill>
              </a:defRPr>
            </a:lvl5pPr>
            <a:lvl6pPr lvl="5">
              <a:lnSpc>
                <a:spcPct val="115000"/>
              </a:lnSpc>
              <a:spcBef>
                <a:spcPts val="0"/>
              </a:spcBef>
              <a:spcAft>
                <a:spcPts val="0"/>
              </a:spcAft>
              <a:buNone/>
              <a:defRPr sz="3000">
                <a:solidFill>
                  <a:schemeClr val="accent3"/>
                </a:solidFill>
              </a:defRPr>
            </a:lvl6pPr>
            <a:lvl7pPr lvl="6">
              <a:lnSpc>
                <a:spcPct val="115000"/>
              </a:lnSpc>
              <a:spcBef>
                <a:spcPts val="0"/>
              </a:spcBef>
              <a:spcAft>
                <a:spcPts val="0"/>
              </a:spcAft>
              <a:buNone/>
              <a:defRPr sz="3000">
                <a:solidFill>
                  <a:schemeClr val="accent3"/>
                </a:solidFill>
              </a:defRPr>
            </a:lvl7pPr>
            <a:lvl8pPr lvl="7">
              <a:lnSpc>
                <a:spcPct val="115000"/>
              </a:lnSpc>
              <a:spcBef>
                <a:spcPts val="0"/>
              </a:spcBef>
              <a:spcAft>
                <a:spcPts val="0"/>
              </a:spcAft>
              <a:buNone/>
              <a:defRPr sz="3000">
                <a:solidFill>
                  <a:schemeClr val="accent3"/>
                </a:solidFill>
              </a:defRPr>
            </a:lvl8pPr>
            <a:lvl9pPr lvl="8">
              <a:lnSpc>
                <a:spcPct val="115000"/>
              </a:lnSpc>
              <a:spcBef>
                <a:spcPts val="0"/>
              </a:spcBef>
              <a:spcAft>
                <a:spcPts val="0"/>
              </a:spcAft>
              <a:buNone/>
              <a:defRPr sz="3000">
                <a:solidFill>
                  <a:schemeClr val="accent3"/>
                </a:solidFill>
              </a:defRPr>
            </a:lvl9pPr>
          </a:lstStyle>
          <a:p/>
        </p:txBody>
      </p:sp>
      <p:sp>
        <p:nvSpPr>
          <p:cNvPr id="106" name="Google Shape;106;p21"/>
          <p:cNvSpPr/>
          <p:nvPr/>
        </p:nvSpPr>
        <p:spPr>
          <a:xfrm>
            <a:off x="0" y="1218975"/>
            <a:ext cx="9144000" cy="3924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07" name="Google Shape;107;p21"/>
          <p:cNvSpPr txBox="1"/>
          <p:nvPr>
            <p:ph idx="1" type="body"/>
          </p:nvPr>
        </p:nvSpPr>
        <p:spPr>
          <a:xfrm>
            <a:off x="255975" y="1876725"/>
            <a:ext cx="1881600" cy="6183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i="1"/>
            </a:lvl1pPr>
            <a:lvl2pPr indent="-285750" lvl="1" marL="914400">
              <a:spcBef>
                <a:spcPts val="0"/>
              </a:spcBef>
              <a:spcAft>
                <a:spcPts val="0"/>
              </a:spcAft>
              <a:buClr>
                <a:schemeClr val="lt2"/>
              </a:buClr>
              <a:buSzPts val="900"/>
              <a:buFont typeface="Montserrat"/>
              <a:buChar char="○"/>
              <a:defRPr i="1"/>
            </a:lvl2pPr>
            <a:lvl3pPr indent="-285750" lvl="2" marL="1371600">
              <a:spcBef>
                <a:spcPts val="0"/>
              </a:spcBef>
              <a:spcAft>
                <a:spcPts val="0"/>
              </a:spcAft>
              <a:buClr>
                <a:schemeClr val="lt2"/>
              </a:buClr>
              <a:buSzPts val="900"/>
              <a:buFont typeface="Montserrat"/>
              <a:buChar char="■"/>
              <a:defRPr i="1"/>
            </a:lvl3pPr>
            <a:lvl4pPr indent="-285750" lvl="3" marL="1828800">
              <a:spcBef>
                <a:spcPts val="0"/>
              </a:spcBef>
              <a:spcAft>
                <a:spcPts val="0"/>
              </a:spcAft>
              <a:buClr>
                <a:schemeClr val="lt2"/>
              </a:buClr>
              <a:buSzPts val="900"/>
              <a:buFont typeface="Montserrat"/>
              <a:buChar char="●"/>
              <a:defRPr i="1"/>
            </a:lvl4pPr>
            <a:lvl5pPr indent="-285750" lvl="4" marL="2286000">
              <a:spcBef>
                <a:spcPts val="0"/>
              </a:spcBef>
              <a:spcAft>
                <a:spcPts val="0"/>
              </a:spcAft>
              <a:buClr>
                <a:schemeClr val="lt2"/>
              </a:buClr>
              <a:buSzPts val="900"/>
              <a:buFont typeface="Montserrat"/>
              <a:buChar char="○"/>
              <a:defRPr i="1"/>
            </a:lvl5pPr>
            <a:lvl6pPr indent="-285750" lvl="5" marL="2743200">
              <a:spcBef>
                <a:spcPts val="0"/>
              </a:spcBef>
              <a:spcAft>
                <a:spcPts val="0"/>
              </a:spcAft>
              <a:buClr>
                <a:schemeClr val="lt2"/>
              </a:buClr>
              <a:buSzPts val="900"/>
              <a:buFont typeface="Montserrat"/>
              <a:buChar char="■"/>
              <a:defRPr i="1"/>
            </a:lvl6pPr>
            <a:lvl7pPr indent="-285750" lvl="6" marL="3200400">
              <a:spcBef>
                <a:spcPts val="0"/>
              </a:spcBef>
              <a:spcAft>
                <a:spcPts val="0"/>
              </a:spcAft>
              <a:buClr>
                <a:schemeClr val="lt2"/>
              </a:buClr>
              <a:buSzPts val="900"/>
              <a:buFont typeface="Montserrat"/>
              <a:buChar char="●"/>
              <a:defRPr i="1"/>
            </a:lvl7pPr>
            <a:lvl8pPr indent="-285750" lvl="7" marL="3657600">
              <a:spcBef>
                <a:spcPts val="0"/>
              </a:spcBef>
              <a:spcAft>
                <a:spcPts val="0"/>
              </a:spcAft>
              <a:buClr>
                <a:schemeClr val="lt2"/>
              </a:buClr>
              <a:buSzPts val="900"/>
              <a:buFont typeface="Montserrat"/>
              <a:buChar char="○"/>
              <a:defRPr i="1"/>
            </a:lvl8pPr>
            <a:lvl9pPr indent="-285750" lvl="8" marL="4114800">
              <a:spcBef>
                <a:spcPts val="0"/>
              </a:spcBef>
              <a:spcAft>
                <a:spcPts val="0"/>
              </a:spcAft>
              <a:buClr>
                <a:schemeClr val="lt2"/>
              </a:buClr>
              <a:buSzPts val="900"/>
              <a:buFont typeface="Montserrat"/>
              <a:buChar char="■"/>
              <a:defRPr i="1"/>
            </a:lvl9pPr>
          </a:lstStyle>
          <a:p/>
        </p:txBody>
      </p:sp>
      <p:sp>
        <p:nvSpPr>
          <p:cNvPr id="108" name="Google Shape;108;p21"/>
          <p:cNvSpPr txBox="1"/>
          <p:nvPr>
            <p:ph idx="2" type="body"/>
          </p:nvPr>
        </p:nvSpPr>
        <p:spPr>
          <a:xfrm>
            <a:off x="2506175" y="1876725"/>
            <a:ext cx="1881600" cy="618300"/>
          </a:xfrm>
          <a:prstGeom prst="rect">
            <a:avLst/>
          </a:prstGeom>
        </p:spPr>
        <p:txBody>
          <a:bodyPr anchorCtr="0" anchor="t"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i="1"/>
            </a:lvl1pPr>
            <a:lvl2pPr indent="-285750" lvl="1" marL="914400">
              <a:lnSpc>
                <a:spcPct val="115000"/>
              </a:lnSpc>
              <a:spcBef>
                <a:spcPts val="0"/>
              </a:spcBef>
              <a:spcAft>
                <a:spcPts val="0"/>
              </a:spcAft>
              <a:buClr>
                <a:schemeClr val="lt2"/>
              </a:buClr>
              <a:buSzPts val="900"/>
              <a:buFont typeface="Montserrat"/>
              <a:buChar char="○"/>
              <a:defRPr i="1"/>
            </a:lvl2pPr>
            <a:lvl3pPr indent="-285750" lvl="2" marL="1371600">
              <a:lnSpc>
                <a:spcPct val="115000"/>
              </a:lnSpc>
              <a:spcBef>
                <a:spcPts val="0"/>
              </a:spcBef>
              <a:spcAft>
                <a:spcPts val="0"/>
              </a:spcAft>
              <a:buClr>
                <a:schemeClr val="lt2"/>
              </a:buClr>
              <a:buSzPts val="900"/>
              <a:buFont typeface="Montserrat"/>
              <a:buChar char="■"/>
              <a:defRPr i="1"/>
            </a:lvl3pPr>
            <a:lvl4pPr indent="-285750" lvl="3" marL="1828800">
              <a:lnSpc>
                <a:spcPct val="115000"/>
              </a:lnSpc>
              <a:spcBef>
                <a:spcPts val="0"/>
              </a:spcBef>
              <a:spcAft>
                <a:spcPts val="0"/>
              </a:spcAft>
              <a:buClr>
                <a:schemeClr val="lt2"/>
              </a:buClr>
              <a:buSzPts val="900"/>
              <a:buFont typeface="Montserrat"/>
              <a:buChar char="●"/>
              <a:defRPr i="1"/>
            </a:lvl4pPr>
            <a:lvl5pPr indent="-285750" lvl="4" marL="2286000">
              <a:lnSpc>
                <a:spcPct val="115000"/>
              </a:lnSpc>
              <a:spcBef>
                <a:spcPts val="0"/>
              </a:spcBef>
              <a:spcAft>
                <a:spcPts val="0"/>
              </a:spcAft>
              <a:buClr>
                <a:schemeClr val="lt2"/>
              </a:buClr>
              <a:buSzPts val="900"/>
              <a:buFont typeface="Montserrat"/>
              <a:buChar char="○"/>
              <a:defRPr i="1"/>
            </a:lvl5pPr>
            <a:lvl6pPr indent="-285750" lvl="5" marL="2743200">
              <a:lnSpc>
                <a:spcPct val="115000"/>
              </a:lnSpc>
              <a:spcBef>
                <a:spcPts val="0"/>
              </a:spcBef>
              <a:spcAft>
                <a:spcPts val="0"/>
              </a:spcAft>
              <a:buClr>
                <a:schemeClr val="lt2"/>
              </a:buClr>
              <a:buSzPts val="900"/>
              <a:buFont typeface="Montserrat"/>
              <a:buChar char="■"/>
              <a:defRPr i="1"/>
            </a:lvl6pPr>
            <a:lvl7pPr indent="-285750" lvl="6" marL="3200400">
              <a:lnSpc>
                <a:spcPct val="115000"/>
              </a:lnSpc>
              <a:spcBef>
                <a:spcPts val="0"/>
              </a:spcBef>
              <a:spcAft>
                <a:spcPts val="0"/>
              </a:spcAft>
              <a:buClr>
                <a:schemeClr val="lt2"/>
              </a:buClr>
              <a:buSzPts val="900"/>
              <a:buFont typeface="Montserrat"/>
              <a:buChar char="●"/>
              <a:defRPr i="1"/>
            </a:lvl7pPr>
            <a:lvl8pPr indent="-285750" lvl="7" marL="3657600">
              <a:lnSpc>
                <a:spcPct val="115000"/>
              </a:lnSpc>
              <a:spcBef>
                <a:spcPts val="0"/>
              </a:spcBef>
              <a:spcAft>
                <a:spcPts val="0"/>
              </a:spcAft>
              <a:buClr>
                <a:schemeClr val="lt2"/>
              </a:buClr>
              <a:buSzPts val="900"/>
              <a:buFont typeface="Montserrat"/>
              <a:buChar char="○"/>
              <a:defRPr i="1"/>
            </a:lvl8pPr>
            <a:lvl9pPr indent="-285750" lvl="8" marL="4114800">
              <a:lnSpc>
                <a:spcPct val="115000"/>
              </a:lnSpc>
              <a:spcBef>
                <a:spcPts val="0"/>
              </a:spcBef>
              <a:spcAft>
                <a:spcPts val="0"/>
              </a:spcAft>
              <a:buClr>
                <a:schemeClr val="lt2"/>
              </a:buClr>
              <a:buSzPts val="900"/>
              <a:buFont typeface="Montserrat"/>
              <a:buChar char="■"/>
              <a:defRPr i="1"/>
            </a:lvl9pPr>
          </a:lstStyle>
          <a:p/>
        </p:txBody>
      </p:sp>
      <p:sp>
        <p:nvSpPr>
          <p:cNvPr id="109" name="Google Shape;109;p21"/>
          <p:cNvSpPr txBox="1"/>
          <p:nvPr>
            <p:ph idx="3" type="body"/>
          </p:nvPr>
        </p:nvSpPr>
        <p:spPr>
          <a:xfrm>
            <a:off x="4756375" y="1876725"/>
            <a:ext cx="1881600" cy="618300"/>
          </a:xfrm>
          <a:prstGeom prst="rect">
            <a:avLst/>
          </a:prstGeom>
        </p:spPr>
        <p:txBody>
          <a:bodyPr anchorCtr="0" anchor="t"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i="1"/>
            </a:lvl1pPr>
            <a:lvl2pPr indent="-285750" lvl="1" marL="914400">
              <a:lnSpc>
                <a:spcPct val="115000"/>
              </a:lnSpc>
              <a:spcBef>
                <a:spcPts val="0"/>
              </a:spcBef>
              <a:spcAft>
                <a:spcPts val="0"/>
              </a:spcAft>
              <a:buClr>
                <a:schemeClr val="lt2"/>
              </a:buClr>
              <a:buSzPts val="900"/>
              <a:buFont typeface="Montserrat"/>
              <a:buChar char="○"/>
              <a:defRPr i="1"/>
            </a:lvl2pPr>
            <a:lvl3pPr indent="-285750" lvl="2" marL="1371600">
              <a:lnSpc>
                <a:spcPct val="115000"/>
              </a:lnSpc>
              <a:spcBef>
                <a:spcPts val="0"/>
              </a:spcBef>
              <a:spcAft>
                <a:spcPts val="0"/>
              </a:spcAft>
              <a:buClr>
                <a:schemeClr val="lt2"/>
              </a:buClr>
              <a:buSzPts val="900"/>
              <a:buFont typeface="Montserrat"/>
              <a:buChar char="■"/>
              <a:defRPr i="1"/>
            </a:lvl3pPr>
            <a:lvl4pPr indent="-285750" lvl="3" marL="1828800">
              <a:lnSpc>
                <a:spcPct val="115000"/>
              </a:lnSpc>
              <a:spcBef>
                <a:spcPts val="0"/>
              </a:spcBef>
              <a:spcAft>
                <a:spcPts val="0"/>
              </a:spcAft>
              <a:buClr>
                <a:schemeClr val="lt2"/>
              </a:buClr>
              <a:buSzPts val="900"/>
              <a:buFont typeface="Montserrat"/>
              <a:buChar char="●"/>
              <a:defRPr i="1"/>
            </a:lvl4pPr>
            <a:lvl5pPr indent="-285750" lvl="4" marL="2286000">
              <a:lnSpc>
                <a:spcPct val="115000"/>
              </a:lnSpc>
              <a:spcBef>
                <a:spcPts val="0"/>
              </a:spcBef>
              <a:spcAft>
                <a:spcPts val="0"/>
              </a:spcAft>
              <a:buClr>
                <a:schemeClr val="lt2"/>
              </a:buClr>
              <a:buSzPts val="900"/>
              <a:buFont typeface="Montserrat"/>
              <a:buChar char="○"/>
              <a:defRPr i="1"/>
            </a:lvl5pPr>
            <a:lvl6pPr indent="-285750" lvl="5" marL="2743200">
              <a:lnSpc>
                <a:spcPct val="115000"/>
              </a:lnSpc>
              <a:spcBef>
                <a:spcPts val="0"/>
              </a:spcBef>
              <a:spcAft>
                <a:spcPts val="0"/>
              </a:spcAft>
              <a:buClr>
                <a:schemeClr val="lt2"/>
              </a:buClr>
              <a:buSzPts val="900"/>
              <a:buFont typeface="Montserrat"/>
              <a:buChar char="■"/>
              <a:defRPr i="1"/>
            </a:lvl6pPr>
            <a:lvl7pPr indent="-285750" lvl="6" marL="3200400">
              <a:lnSpc>
                <a:spcPct val="115000"/>
              </a:lnSpc>
              <a:spcBef>
                <a:spcPts val="0"/>
              </a:spcBef>
              <a:spcAft>
                <a:spcPts val="0"/>
              </a:spcAft>
              <a:buClr>
                <a:schemeClr val="lt2"/>
              </a:buClr>
              <a:buSzPts val="900"/>
              <a:buFont typeface="Montserrat"/>
              <a:buChar char="●"/>
              <a:defRPr i="1"/>
            </a:lvl7pPr>
            <a:lvl8pPr indent="-285750" lvl="7" marL="3657600">
              <a:lnSpc>
                <a:spcPct val="115000"/>
              </a:lnSpc>
              <a:spcBef>
                <a:spcPts val="0"/>
              </a:spcBef>
              <a:spcAft>
                <a:spcPts val="0"/>
              </a:spcAft>
              <a:buClr>
                <a:schemeClr val="lt2"/>
              </a:buClr>
              <a:buSzPts val="900"/>
              <a:buFont typeface="Montserrat"/>
              <a:buChar char="○"/>
              <a:defRPr i="1"/>
            </a:lvl8pPr>
            <a:lvl9pPr indent="-285750" lvl="8" marL="4114800">
              <a:lnSpc>
                <a:spcPct val="115000"/>
              </a:lnSpc>
              <a:spcBef>
                <a:spcPts val="0"/>
              </a:spcBef>
              <a:spcAft>
                <a:spcPts val="0"/>
              </a:spcAft>
              <a:buClr>
                <a:schemeClr val="lt2"/>
              </a:buClr>
              <a:buSzPts val="900"/>
              <a:buFont typeface="Montserrat"/>
              <a:buChar char="■"/>
              <a:defRPr i="1"/>
            </a:lvl9pPr>
          </a:lstStyle>
          <a:p/>
        </p:txBody>
      </p:sp>
      <p:sp>
        <p:nvSpPr>
          <p:cNvPr id="110" name="Google Shape;110;p21"/>
          <p:cNvSpPr txBox="1"/>
          <p:nvPr>
            <p:ph idx="4" type="subTitle"/>
          </p:nvPr>
        </p:nvSpPr>
        <p:spPr>
          <a:xfrm>
            <a:off x="255975" y="1548360"/>
            <a:ext cx="4131900" cy="254400"/>
          </a:xfrm>
          <a:prstGeom prst="rect">
            <a:avLst/>
          </a:prstGeom>
        </p:spPr>
        <p:txBody>
          <a:bodyPr anchorCtr="0" anchor="t" bIns="0" lIns="0" spcFirstLastPara="1" rIns="0" wrap="square" tIns="0">
            <a:noAutofit/>
          </a:bodyPr>
          <a:lstStyle>
            <a:lvl1pPr lvl="0" algn="l">
              <a:spcBef>
                <a:spcPts val="0"/>
              </a:spcBef>
              <a:spcAft>
                <a:spcPts val="0"/>
              </a:spcAft>
              <a:buSzPts val="800"/>
              <a:buNone/>
              <a:defRPr sz="1400"/>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p:txBody>
      </p:sp>
      <p:cxnSp>
        <p:nvCxnSpPr>
          <p:cNvPr id="111" name="Google Shape;111;p21"/>
          <p:cNvCxnSpPr>
            <a:stCxn id="112" idx="2"/>
            <a:endCxn id="113" idx="6"/>
          </p:cNvCxnSpPr>
          <p:nvPr/>
        </p:nvCxnSpPr>
        <p:spPr>
          <a:xfrm>
            <a:off x="7312308" y="609469"/>
            <a:ext cx="1831500" cy="0"/>
          </a:xfrm>
          <a:prstGeom prst="straightConnector1">
            <a:avLst/>
          </a:prstGeom>
          <a:noFill/>
          <a:ln cap="flat" cmpd="sng" w="9525">
            <a:solidFill>
              <a:schemeClr val="accent1"/>
            </a:solidFill>
            <a:prstDash val="solid"/>
            <a:round/>
            <a:headEnd len="med" w="med" type="none"/>
            <a:tailEnd len="med" w="med" type="none"/>
          </a:ln>
        </p:spPr>
      </p:cxnSp>
      <p:sp>
        <p:nvSpPr>
          <p:cNvPr id="113" name="Google Shape;113;p21"/>
          <p:cNvSpPr/>
          <p:nvPr/>
        </p:nvSpPr>
        <p:spPr>
          <a:xfrm>
            <a:off x="7925052" y="0"/>
            <a:ext cx="1218900" cy="1218900"/>
          </a:xfrm>
          <a:prstGeom prst="ellipse">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14" name="Google Shape;114;p21"/>
          <p:cNvSpPr/>
          <p:nvPr/>
        </p:nvSpPr>
        <p:spPr>
          <a:xfrm>
            <a:off x="7503454" y="189104"/>
            <a:ext cx="840900" cy="840900"/>
          </a:xfrm>
          <a:prstGeom prst="ellipse">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12" name="Google Shape;112;p21"/>
          <p:cNvSpPr/>
          <p:nvPr/>
        </p:nvSpPr>
        <p:spPr>
          <a:xfrm>
            <a:off x="7312308" y="403669"/>
            <a:ext cx="411600" cy="411600"/>
          </a:xfrm>
          <a:prstGeom prst="ellipse">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p:cSld name="BLANK_1_1_1_1_1_1_1_1_1_1_1_3_1">
    <p:spTree>
      <p:nvGrpSpPr>
        <p:cNvPr id="115" name="Shape 115"/>
        <p:cNvGrpSpPr/>
        <p:nvPr/>
      </p:nvGrpSpPr>
      <p:grpSpPr>
        <a:xfrm>
          <a:off x="0" y="0"/>
          <a:ext cx="0" cy="0"/>
          <a:chOff x="0" y="0"/>
          <a:chExt cx="0" cy="0"/>
        </a:xfrm>
      </p:grpSpPr>
      <p:sp>
        <p:nvSpPr>
          <p:cNvPr id="116" name="Google Shape;116;p22"/>
          <p:cNvSpPr txBox="1"/>
          <p:nvPr>
            <p:ph idx="1" type="body"/>
          </p:nvPr>
        </p:nvSpPr>
        <p:spPr>
          <a:xfrm>
            <a:off x="255975" y="2020075"/>
            <a:ext cx="1881600" cy="6183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117" name="Google Shape;117;p22"/>
          <p:cNvSpPr txBox="1"/>
          <p:nvPr>
            <p:ph idx="2" type="subTitle"/>
          </p:nvPr>
        </p:nvSpPr>
        <p:spPr>
          <a:xfrm>
            <a:off x="255975" y="1718725"/>
            <a:ext cx="1881600" cy="254400"/>
          </a:xfrm>
          <a:prstGeom prst="rect">
            <a:avLst/>
          </a:prstGeom>
        </p:spPr>
        <p:txBody>
          <a:bodyPr anchorCtr="0" anchor="ctr" bIns="0" lIns="0" spcFirstLastPara="1" rIns="0" wrap="square" tIns="0">
            <a:noAutofit/>
          </a:bodyPr>
          <a:lstStyle>
            <a:lvl1pPr lvl="0" algn="l">
              <a:spcBef>
                <a:spcPts val="0"/>
              </a:spcBef>
              <a:spcAft>
                <a:spcPts val="0"/>
              </a:spcAft>
              <a:buSzPts val="800"/>
              <a:buNone/>
              <a:defRPr sz="1200"/>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p:txBody>
      </p:sp>
      <p:sp>
        <p:nvSpPr>
          <p:cNvPr id="118" name="Google Shape;118;p22"/>
          <p:cNvSpPr/>
          <p:nvPr/>
        </p:nvSpPr>
        <p:spPr>
          <a:xfrm flipH="1" rot="10800000">
            <a:off x="6692400" y="2691600"/>
            <a:ext cx="2451900" cy="2451900"/>
          </a:xfrm>
          <a:prstGeom prst="rect">
            <a:avLst/>
          </a:prstGeom>
          <a:gradFill>
            <a:gsLst>
              <a:gs pos="0">
                <a:schemeClr val="accent1"/>
              </a:gs>
              <a:gs pos="72000">
                <a:schemeClr val="accent3"/>
              </a:gs>
              <a:gs pos="100000">
                <a:schemeClr val="accent3"/>
              </a:gs>
            </a:gsLst>
            <a:path path="circle">
              <a:fillToRect b="100%" l="100%" r="0%" t="0%"/>
            </a:path>
            <a:tileRect b="0%" l="0%" r="-10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19" name="Google Shape;119;p22"/>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20" name="Google Shape;120;p22"/>
          <p:cNvSpPr txBox="1"/>
          <p:nvPr>
            <p:ph idx="3"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
        <p:nvSpPr>
          <p:cNvPr id="121" name="Google Shape;121;p22"/>
          <p:cNvSpPr txBox="1"/>
          <p:nvPr>
            <p:ph idx="4" type="body"/>
          </p:nvPr>
        </p:nvSpPr>
        <p:spPr>
          <a:xfrm>
            <a:off x="2558625" y="2020075"/>
            <a:ext cx="1881600" cy="618300"/>
          </a:xfrm>
          <a:prstGeom prst="rect">
            <a:avLst/>
          </a:prstGeom>
        </p:spPr>
        <p:txBody>
          <a:bodyPr anchorCtr="0" anchor="t"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22" name="Google Shape;122;p22"/>
          <p:cNvSpPr txBox="1"/>
          <p:nvPr>
            <p:ph idx="5" type="subTitle"/>
          </p:nvPr>
        </p:nvSpPr>
        <p:spPr>
          <a:xfrm>
            <a:off x="2558625" y="1718725"/>
            <a:ext cx="1881600" cy="254400"/>
          </a:xfrm>
          <a:prstGeom prst="rect">
            <a:avLst/>
          </a:prstGeom>
        </p:spPr>
        <p:txBody>
          <a:bodyPr anchorCtr="0" anchor="ctr" bIns="0" lIns="0" spcFirstLastPara="1" rIns="0" wrap="square" tIns="0">
            <a:noAutofit/>
          </a:bodyPr>
          <a:lstStyle>
            <a:lvl1pPr lvl="0" algn="l">
              <a:spcBef>
                <a:spcPts val="0"/>
              </a:spcBef>
              <a:spcAft>
                <a:spcPts val="0"/>
              </a:spcAft>
              <a:buSzPts val="800"/>
              <a:buNone/>
              <a:defRPr sz="1200"/>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p:txBody>
      </p:sp>
      <p:sp>
        <p:nvSpPr>
          <p:cNvPr id="123" name="Google Shape;123;p22"/>
          <p:cNvSpPr txBox="1"/>
          <p:nvPr>
            <p:ph idx="6" type="body"/>
          </p:nvPr>
        </p:nvSpPr>
        <p:spPr>
          <a:xfrm>
            <a:off x="4808775" y="2020075"/>
            <a:ext cx="1881600" cy="618300"/>
          </a:xfrm>
          <a:prstGeom prst="rect">
            <a:avLst/>
          </a:prstGeom>
        </p:spPr>
        <p:txBody>
          <a:bodyPr anchorCtr="0" anchor="t"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24" name="Google Shape;124;p22"/>
          <p:cNvSpPr txBox="1"/>
          <p:nvPr>
            <p:ph idx="7" type="subTitle"/>
          </p:nvPr>
        </p:nvSpPr>
        <p:spPr>
          <a:xfrm>
            <a:off x="4808775" y="1718725"/>
            <a:ext cx="1881600" cy="254400"/>
          </a:xfrm>
          <a:prstGeom prst="rect">
            <a:avLst/>
          </a:prstGeom>
        </p:spPr>
        <p:txBody>
          <a:bodyPr anchorCtr="0" anchor="ctr" bIns="0" lIns="0" spcFirstLastPara="1" rIns="0" wrap="square" tIns="0">
            <a:noAutofit/>
          </a:bodyPr>
          <a:lstStyle>
            <a:lvl1pPr lvl="0" algn="l">
              <a:spcBef>
                <a:spcPts val="0"/>
              </a:spcBef>
              <a:spcAft>
                <a:spcPts val="0"/>
              </a:spcAft>
              <a:buSzPts val="800"/>
              <a:buNone/>
              <a:defRPr sz="1200"/>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p:txBody>
      </p:sp>
      <p:sp>
        <p:nvSpPr>
          <p:cNvPr id="125" name="Google Shape;125;p22"/>
          <p:cNvSpPr txBox="1"/>
          <p:nvPr>
            <p:ph idx="8" type="body"/>
          </p:nvPr>
        </p:nvSpPr>
        <p:spPr>
          <a:xfrm>
            <a:off x="6821675" y="2023213"/>
            <a:ext cx="1881600" cy="618300"/>
          </a:xfrm>
          <a:prstGeom prst="rect">
            <a:avLst/>
          </a:prstGeom>
        </p:spPr>
        <p:txBody>
          <a:bodyPr anchorCtr="0" anchor="t"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26" name="Google Shape;126;p22"/>
          <p:cNvSpPr txBox="1"/>
          <p:nvPr>
            <p:ph idx="9" type="subTitle"/>
          </p:nvPr>
        </p:nvSpPr>
        <p:spPr>
          <a:xfrm>
            <a:off x="7058925" y="1718725"/>
            <a:ext cx="1881600" cy="254400"/>
          </a:xfrm>
          <a:prstGeom prst="rect">
            <a:avLst/>
          </a:prstGeom>
        </p:spPr>
        <p:txBody>
          <a:bodyPr anchorCtr="0" anchor="ctr" bIns="0" lIns="0" spcFirstLastPara="1" rIns="0" wrap="square" tIns="0">
            <a:noAutofit/>
          </a:bodyPr>
          <a:lstStyle>
            <a:lvl1pPr lvl="0" algn="l">
              <a:spcBef>
                <a:spcPts val="0"/>
              </a:spcBef>
              <a:spcAft>
                <a:spcPts val="0"/>
              </a:spcAft>
              <a:buSzPts val="800"/>
              <a:buNone/>
              <a:defRPr sz="1200"/>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p:txBody>
      </p:sp>
      <p:sp>
        <p:nvSpPr>
          <p:cNvPr id="127" name="Google Shape;127;p22"/>
          <p:cNvSpPr txBox="1"/>
          <p:nvPr>
            <p:ph idx="13" type="subTitle"/>
          </p:nvPr>
        </p:nvSpPr>
        <p:spPr>
          <a:xfrm>
            <a:off x="255975" y="1132938"/>
            <a:ext cx="1881600" cy="145500"/>
          </a:xfrm>
          <a:prstGeom prst="rect">
            <a:avLst/>
          </a:prstGeom>
        </p:spPr>
        <p:txBody>
          <a:bodyPr anchorCtr="0" anchor="ctr" bIns="0" lIns="0" spcFirstLastPara="1" rIns="0" wrap="square" tIns="0">
            <a:noAutofit/>
          </a:bodyPr>
          <a:lstStyle>
            <a:lvl1pPr lvl="0" algn="l">
              <a:spcBef>
                <a:spcPts val="0"/>
              </a:spcBef>
              <a:spcAft>
                <a:spcPts val="0"/>
              </a:spcAft>
              <a:buSzPts val="800"/>
              <a:buNone/>
              <a:defRPr i="1" sz="1000">
                <a:latin typeface="Source Serif 4"/>
                <a:ea typeface="Source Serif 4"/>
                <a:cs typeface="Source Serif 4"/>
                <a:sym typeface="Source Serif 4"/>
              </a:defRPr>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p:txBody>
      </p:sp>
      <p:sp>
        <p:nvSpPr>
          <p:cNvPr id="128" name="Google Shape;128;p22"/>
          <p:cNvSpPr txBox="1"/>
          <p:nvPr>
            <p:ph idx="14" type="subTitle"/>
          </p:nvPr>
        </p:nvSpPr>
        <p:spPr>
          <a:xfrm>
            <a:off x="2558625" y="1132938"/>
            <a:ext cx="1881600" cy="145500"/>
          </a:xfrm>
          <a:prstGeom prst="rect">
            <a:avLst/>
          </a:prstGeom>
        </p:spPr>
        <p:txBody>
          <a:bodyPr anchorCtr="0" anchor="ctr" bIns="0" lIns="0" spcFirstLastPara="1" rIns="0" wrap="square" tIns="0">
            <a:noAutofit/>
          </a:bodyPr>
          <a:lstStyle>
            <a:lvl1pPr lvl="0" algn="l">
              <a:spcBef>
                <a:spcPts val="0"/>
              </a:spcBef>
              <a:spcAft>
                <a:spcPts val="0"/>
              </a:spcAft>
              <a:buSzPts val="800"/>
              <a:buNone/>
              <a:defRPr i="1" sz="1000">
                <a:latin typeface="Source Serif 4"/>
                <a:ea typeface="Source Serif 4"/>
                <a:cs typeface="Source Serif 4"/>
                <a:sym typeface="Source Serif 4"/>
              </a:defRPr>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p:txBody>
      </p:sp>
      <p:sp>
        <p:nvSpPr>
          <p:cNvPr id="129" name="Google Shape;129;p22"/>
          <p:cNvSpPr txBox="1"/>
          <p:nvPr>
            <p:ph idx="15" type="subTitle"/>
          </p:nvPr>
        </p:nvSpPr>
        <p:spPr>
          <a:xfrm>
            <a:off x="4808775" y="1132938"/>
            <a:ext cx="1881600" cy="145500"/>
          </a:xfrm>
          <a:prstGeom prst="rect">
            <a:avLst/>
          </a:prstGeom>
        </p:spPr>
        <p:txBody>
          <a:bodyPr anchorCtr="0" anchor="ctr" bIns="0" lIns="0" spcFirstLastPara="1" rIns="0" wrap="square" tIns="0">
            <a:noAutofit/>
          </a:bodyPr>
          <a:lstStyle>
            <a:lvl1pPr lvl="0" algn="l">
              <a:spcBef>
                <a:spcPts val="0"/>
              </a:spcBef>
              <a:spcAft>
                <a:spcPts val="0"/>
              </a:spcAft>
              <a:buSzPts val="800"/>
              <a:buNone/>
              <a:defRPr i="1" sz="1000">
                <a:latin typeface="Source Serif 4"/>
                <a:ea typeface="Source Serif 4"/>
                <a:cs typeface="Source Serif 4"/>
                <a:sym typeface="Source Serif 4"/>
              </a:defRPr>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p:txBody>
      </p:sp>
      <p:sp>
        <p:nvSpPr>
          <p:cNvPr id="130" name="Google Shape;130;p22"/>
          <p:cNvSpPr txBox="1"/>
          <p:nvPr>
            <p:ph idx="16" type="subTitle"/>
          </p:nvPr>
        </p:nvSpPr>
        <p:spPr>
          <a:xfrm>
            <a:off x="7058925" y="1132938"/>
            <a:ext cx="1881600" cy="145500"/>
          </a:xfrm>
          <a:prstGeom prst="rect">
            <a:avLst/>
          </a:prstGeom>
        </p:spPr>
        <p:txBody>
          <a:bodyPr anchorCtr="0" anchor="ctr" bIns="0" lIns="0" spcFirstLastPara="1" rIns="0" wrap="square" tIns="0">
            <a:noAutofit/>
          </a:bodyPr>
          <a:lstStyle>
            <a:lvl1pPr lvl="0" algn="l">
              <a:spcBef>
                <a:spcPts val="0"/>
              </a:spcBef>
              <a:spcAft>
                <a:spcPts val="0"/>
              </a:spcAft>
              <a:buSzPts val="800"/>
              <a:buNone/>
              <a:defRPr i="1" sz="1000">
                <a:latin typeface="Source Serif 4"/>
                <a:ea typeface="Source Serif 4"/>
                <a:cs typeface="Source Serif 4"/>
                <a:sym typeface="Source Serif 4"/>
              </a:defRPr>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2 content display">
  <p:cSld name="BLANK_1_1_1_1_1_1_1_1_1_1_1_2_1_4">
    <p:bg>
      <p:bgPr>
        <a:solidFill>
          <a:schemeClr val="lt1"/>
        </a:solidFill>
      </p:bgPr>
    </p:bg>
    <p:spTree>
      <p:nvGrpSpPr>
        <p:cNvPr id="131" name="Shape 131"/>
        <p:cNvGrpSpPr/>
        <p:nvPr/>
      </p:nvGrpSpPr>
      <p:grpSpPr>
        <a:xfrm>
          <a:off x="0" y="0"/>
          <a:ext cx="0" cy="0"/>
          <a:chOff x="0" y="0"/>
          <a:chExt cx="0" cy="0"/>
        </a:xfrm>
      </p:grpSpPr>
      <p:sp>
        <p:nvSpPr>
          <p:cNvPr id="132" name="Google Shape;132;p23"/>
          <p:cNvSpPr/>
          <p:nvPr/>
        </p:nvSpPr>
        <p:spPr>
          <a:xfrm>
            <a:off x="8141300" y="200278"/>
            <a:ext cx="823800" cy="198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3" name="Google Shape;133;p23"/>
          <p:cNvSpPr/>
          <p:nvPr/>
        </p:nvSpPr>
        <p:spPr>
          <a:xfrm>
            <a:off x="0" y="1218975"/>
            <a:ext cx="9144000" cy="3924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34" name="Google Shape;134;p23"/>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35" name="Google Shape;135;p23"/>
          <p:cNvSpPr/>
          <p:nvPr/>
        </p:nvSpPr>
        <p:spPr>
          <a:xfrm>
            <a:off x="7643840" y="0"/>
            <a:ext cx="658800" cy="6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36" name="Google Shape;136;p23"/>
          <p:cNvSpPr/>
          <p:nvPr/>
        </p:nvSpPr>
        <p:spPr>
          <a:xfrm>
            <a:off x="7312266" y="887434"/>
            <a:ext cx="331500" cy="33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37" name="Google Shape;137;p23"/>
          <p:cNvSpPr/>
          <p:nvPr/>
        </p:nvSpPr>
        <p:spPr>
          <a:xfrm>
            <a:off x="8302516" y="377490"/>
            <a:ext cx="841500" cy="84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38" name="Google Shape;138;p23"/>
          <p:cNvSpPr/>
          <p:nvPr/>
        </p:nvSpPr>
        <p:spPr>
          <a:xfrm>
            <a:off x="8676264" y="751239"/>
            <a:ext cx="94200" cy="942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cxnSp>
        <p:nvCxnSpPr>
          <p:cNvPr id="139" name="Google Shape;139;p23"/>
          <p:cNvCxnSpPr>
            <a:stCxn id="138" idx="7"/>
            <a:endCxn id="135" idx="7"/>
          </p:cNvCxnSpPr>
          <p:nvPr/>
        </p:nvCxnSpPr>
        <p:spPr>
          <a:xfrm rot="10800000">
            <a:off x="8206169" y="96334"/>
            <a:ext cx="550500" cy="668700"/>
          </a:xfrm>
          <a:prstGeom prst="straightConnector1">
            <a:avLst/>
          </a:prstGeom>
          <a:noFill/>
          <a:ln cap="flat" cmpd="sng" w="9525">
            <a:solidFill>
              <a:schemeClr val="dk1"/>
            </a:solidFill>
            <a:prstDash val="solid"/>
            <a:round/>
            <a:headEnd len="med" w="med" type="none"/>
            <a:tailEnd len="med" w="med" type="none"/>
          </a:ln>
        </p:spPr>
      </p:cxnSp>
      <p:cxnSp>
        <p:nvCxnSpPr>
          <p:cNvPr id="140" name="Google Shape;140;p23"/>
          <p:cNvCxnSpPr>
            <a:stCxn id="138" idx="4"/>
          </p:cNvCxnSpPr>
          <p:nvPr/>
        </p:nvCxnSpPr>
        <p:spPr>
          <a:xfrm flipH="1">
            <a:off x="7517364" y="845439"/>
            <a:ext cx="1206000" cy="369600"/>
          </a:xfrm>
          <a:prstGeom prst="straightConnector1">
            <a:avLst/>
          </a:prstGeom>
          <a:noFill/>
          <a:ln cap="flat" cmpd="sng" w="9525">
            <a:solidFill>
              <a:schemeClr val="dk1"/>
            </a:solidFill>
            <a:prstDash val="solid"/>
            <a:round/>
            <a:headEnd len="med" w="med" type="none"/>
            <a:tailEnd len="med" w="med" type="none"/>
          </a:ln>
        </p:spPr>
      </p:cxnSp>
      <p:cxnSp>
        <p:nvCxnSpPr>
          <p:cNvPr id="141" name="Google Shape;141;p23"/>
          <p:cNvCxnSpPr/>
          <p:nvPr/>
        </p:nvCxnSpPr>
        <p:spPr>
          <a:xfrm flipH="1" rot="10800000">
            <a:off x="7323426" y="233734"/>
            <a:ext cx="335400" cy="759900"/>
          </a:xfrm>
          <a:prstGeom prst="straightConnector1">
            <a:avLst/>
          </a:prstGeom>
          <a:noFill/>
          <a:ln cap="flat" cmpd="sng" w="9525">
            <a:solidFill>
              <a:schemeClr val="dk1"/>
            </a:solidFill>
            <a:prstDash val="solid"/>
            <a:round/>
            <a:headEnd len="med" w="med" type="none"/>
            <a:tailEnd len="med" w="med" type="none"/>
          </a:ln>
        </p:spPr>
      </p:cxnSp>
      <p:sp>
        <p:nvSpPr>
          <p:cNvPr id="142" name="Google Shape;142;p23"/>
          <p:cNvSpPr txBox="1"/>
          <p:nvPr>
            <p:ph idx="1" type="body"/>
          </p:nvPr>
        </p:nvSpPr>
        <p:spPr>
          <a:xfrm>
            <a:off x="255975" y="1547275"/>
            <a:ext cx="3639600" cy="6183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143" name="Google Shape;143;p23"/>
          <p:cNvSpPr txBox="1"/>
          <p:nvPr>
            <p:ph idx="2" type="body"/>
          </p:nvPr>
        </p:nvSpPr>
        <p:spPr>
          <a:xfrm>
            <a:off x="1994150" y="3231050"/>
            <a:ext cx="2458500" cy="16581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44" name="Google Shape;144;p23"/>
          <p:cNvSpPr/>
          <p:nvPr>
            <p:ph idx="3" type="pic"/>
          </p:nvPr>
        </p:nvSpPr>
        <p:spPr>
          <a:xfrm>
            <a:off x="255950" y="2983150"/>
            <a:ext cx="1588200" cy="1904400"/>
          </a:xfrm>
          <a:prstGeom prst="rect">
            <a:avLst/>
          </a:prstGeom>
          <a:noFill/>
          <a:ln>
            <a:noFill/>
          </a:ln>
        </p:spPr>
      </p:sp>
      <p:sp>
        <p:nvSpPr>
          <p:cNvPr id="145" name="Google Shape;145;p23"/>
          <p:cNvSpPr txBox="1"/>
          <p:nvPr>
            <p:ph idx="4" type="subTitle"/>
          </p:nvPr>
        </p:nvSpPr>
        <p:spPr>
          <a:xfrm>
            <a:off x="1994150" y="2994050"/>
            <a:ext cx="2458500" cy="164100"/>
          </a:xfrm>
          <a:prstGeom prst="rect">
            <a:avLst/>
          </a:prstGeom>
        </p:spPr>
        <p:txBody>
          <a:bodyPr anchorCtr="0" anchor="ctr" bIns="0" lIns="0" spcFirstLastPara="1" rIns="0" wrap="square" tIns="0">
            <a:noAutofit/>
          </a:bodyPr>
          <a:lstStyle>
            <a:lvl1pPr lvl="0" algn="l">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1pPr>
            <a:lvl2pPr lvl="1">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2pPr>
            <a:lvl3pPr lvl="2">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3pPr>
            <a:lvl4pPr lvl="3">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4pPr>
            <a:lvl5pPr lvl="4">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5pPr>
            <a:lvl6pPr lvl="5">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6pPr>
            <a:lvl7pPr lvl="6">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7pPr>
            <a:lvl8pPr lvl="7">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8pPr>
            <a:lvl9pPr lvl="8">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9pPr>
          </a:lstStyle>
          <a:p/>
        </p:txBody>
      </p:sp>
      <p:sp>
        <p:nvSpPr>
          <p:cNvPr id="146" name="Google Shape;146;p23"/>
          <p:cNvSpPr txBox="1"/>
          <p:nvPr>
            <p:ph idx="5" type="body"/>
          </p:nvPr>
        </p:nvSpPr>
        <p:spPr>
          <a:xfrm>
            <a:off x="6429400" y="3231850"/>
            <a:ext cx="2458500" cy="16581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47" name="Google Shape;147;p23"/>
          <p:cNvSpPr/>
          <p:nvPr>
            <p:ph idx="6" type="pic"/>
          </p:nvPr>
        </p:nvSpPr>
        <p:spPr>
          <a:xfrm>
            <a:off x="4691200" y="2983950"/>
            <a:ext cx="1588200" cy="1904400"/>
          </a:xfrm>
          <a:prstGeom prst="rect">
            <a:avLst/>
          </a:prstGeom>
          <a:noFill/>
          <a:ln>
            <a:noFill/>
          </a:ln>
        </p:spPr>
      </p:sp>
      <p:sp>
        <p:nvSpPr>
          <p:cNvPr id="148" name="Google Shape;148;p23"/>
          <p:cNvSpPr txBox="1"/>
          <p:nvPr>
            <p:ph idx="7" type="subTitle"/>
          </p:nvPr>
        </p:nvSpPr>
        <p:spPr>
          <a:xfrm>
            <a:off x="6429400" y="2994850"/>
            <a:ext cx="2458500" cy="164100"/>
          </a:xfrm>
          <a:prstGeom prst="rect">
            <a:avLst/>
          </a:prstGeom>
        </p:spPr>
        <p:txBody>
          <a:bodyPr anchorCtr="0" anchor="ctr" bIns="0" lIns="0" spcFirstLastPara="1" rIns="0" wrap="square" tIns="0">
            <a:noAutofit/>
          </a:bodyPr>
          <a:lstStyle>
            <a:lvl1pPr lvl="0" algn="l">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1pPr>
            <a:lvl2pPr lvl="1">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2pPr>
            <a:lvl3pPr lvl="2">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3pPr>
            <a:lvl4pPr lvl="3">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4pPr>
            <a:lvl5pPr lvl="4">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5pPr>
            <a:lvl6pPr lvl="5">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6pPr>
            <a:lvl7pPr lvl="6">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7pPr>
            <a:lvl8pPr lvl="7">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8pPr>
            <a:lvl9pPr lvl="8">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9pPr>
          </a:lstStyle>
          <a:p/>
        </p:txBody>
      </p:sp>
      <p:sp>
        <p:nvSpPr>
          <p:cNvPr id="149" name="Google Shape;149;p23"/>
          <p:cNvSpPr txBox="1"/>
          <p:nvPr>
            <p:ph idx="8" type="body"/>
          </p:nvPr>
        </p:nvSpPr>
        <p:spPr>
          <a:xfrm>
            <a:off x="4882425" y="1547275"/>
            <a:ext cx="3639600" cy="6183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3">
  <p:cSld name="BLANK_1_1_1_1_1_1_1_1_1_1_1_2_1_3">
    <p:bg>
      <p:bgPr>
        <a:solidFill>
          <a:schemeClr val="dk2"/>
        </a:solidFill>
      </p:bgPr>
    </p:bg>
    <p:spTree>
      <p:nvGrpSpPr>
        <p:cNvPr id="150" name="Shape 150"/>
        <p:cNvGrpSpPr/>
        <p:nvPr/>
      </p:nvGrpSpPr>
      <p:grpSpPr>
        <a:xfrm>
          <a:off x="0" y="0"/>
          <a:ext cx="0" cy="0"/>
          <a:chOff x="0" y="0"/>
          <a:chExt cx="0" cy="0"/>
        </a:xfrm>
      </p:grpSpPr>
      <p:sp>
        <p:nvSpPr>
          <p:cNvPr id="151" name="Google Shape;151;p24"/>
          <p:cNvSpPr/>
          <p:nvPr/>
        </p:nvSpPr>
        <p:spPr>
          <a:xfrm>
            <a:off x="8141300" y="200278"/>
            <a:ext cx="823800" cy="198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52" name="Google Shape;152;p24"/>
          <p:cNvSpPr/>
          <p:nvPr/>
        </p:nvSpPr>
        <p:spPr>
          <a:xfrm>
            <a:off x="0" y="1218975"/>
            <a:ext cx="9144000" cy="3924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53" name="Google Shape;153;p24"/>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54" name="Google Shape;154;p24"/>
          <p:cNvSpPr/>
          <p:nvPr/>
        </p:nvSpPr>
        <p:spPr>
          <a:xfrm flipH="1">
            <a:off x="7595967" y="280050"/>
            <a:ext cx="658800" cy="6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55" name="Google Shape;155;p24"/>
          <p:cNvSpPr/>
          <p:nvPr/>
        </p:nvSpPr>
        <p:spPr>
          <a:xfrm flipH="1">
            <a:off x="7759616" y="443699"/>
            <a:ext cx="331500" cy="33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56" name="Google Shape;156;p24"/>
          <p:cNvSpPr/>
          <p:nvPr/>
        </p:nvSpPr>
        <p:spPr>
          <a:xfrm flipH="1">
            <a:off x="7925104" y="4"/>
            <a:ext cx="1218900" cy="12189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57" name="Google Shape;157;p24"/>
          <p:cNvSpPr/>
          <p:nvPr/>
        </p:nvSpPr>
        <p:spPr>
          <a:xfrm flipH="1">
            <a:off x="7878268" y="562339"/>
            <a:ext cx="94200" cy="942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58" name="Google Shape;158;p24"/>
          <p:cNvSpPr txBox="1"/>
          <p:nvPr>
            <p:ph idx="1" type="body"/>
          </p:nvPr>
        </p:nvSpPr>
        <p:spPr>
          <a:xfrm>
            <a:off x="255975" y="1547275"/>
            <a:ext cx="3639600" cy="6183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159" name="Google Shape;159;p24"/>
          <p:cNvSpPr txBox="1"/>
          <p:nvPr>
            <p:ph idx="2" type="body"/>
          </p:nvPr>
        </p:nvSpPr>
        <p:spPr>
          <a:xfrm>
            <a:off x="4882425" y="1547275"/>
            <a:ext cx="3639600" cy="6183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4">
  <p:cSld name="BLANK_1_1_1_1_1_1_1_1_1_1_1_2_1_3_1">
    <p:bg>
      <p:bgPr>
        <a:solidFill>
          <a:schemeClr val="dk2"/>
        </a:solidFill>
      </p:bgPr>
    </p:bg>
    <p:spTree>
      <p:nvGrpSpPr>
        <p:cNvPr id="160" name="Shape 160"/>
        <p:cNvGrpSpPr/>
        <p:nvPr/>
      </p:nvGrpSpPr>
      <p:grpSpPr>
        <a:xfrm>
          <a:off x="0" y="0"/>
          <a:ext cx="0" cy="0"/>
          <a:chOff x="0" y="0"/>
          <a:chExt cx="0" cy="0"/>
        </a:xfrm>
      </p:grpSpPr>
      <p:sp>
        <p:nvSpPr>
          <p:cNvPr id="161" name="Google Shape;161;p25"/>
          <p:cNvSpPr/>
          <p:nvPr/>
        </p:nvSpPr>
        <p:spPr>
          <a:xfrm>
            <a:off x="0" y="1218975"/>
            <a:ext cx="9144000" cy="3924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62" name="Google Shape;162;p25"/>
          <p:cNvSpPr/>
          <p:nvPr/>
        </p:nvSpPr>
        <p:spPr>
          <a:xfrm>
            <a:off x="8141300" y="200278"/>
            <a:ext cx="823800" cy="198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63" name="Google Shape;163;p25"/>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64" name="Google Shape;164;p25"/>
          <p:cNvSpPr/>
          <p:nvPr/>
        </p:nvSpPr>
        <p:spPr>
          <a:xfrm flipH="1">
            <a:off x="7595967" y="280050"/>
            <a:ext cx="658800" cy="6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65" name="Google Shape;165;p25"/>
          <p:cNvSpPr/>
          <p:nvPr/>
        </p:nvSpPr>
        <p:spPr>
          <a:xfrm flipH="1">
            <a:off x="7759616" y="443699"/>
            <a:ext cx="331500" cy="33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66" name="Google Shape;166;p25"/>
          <p:cNvSpPr/>
          <p:nvPr/>
        </p:nvSpPr>
        <p:spPr>
          <a:xfrm flipH="1">
            <a:off x="7925104" y="4"/>
            <a:ext cx="1218900" cy="12189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67" name="Google Shape;167;p25"/>
          <p:cNvSpPr/>
          <p:nvPr/>
        </p:nvSpPr>
        <p:spPr>
          <a:xfrm flipH="1">
            <a:off x="7878268" y="562339"/>
            <a:ext cx="94200" cy="942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68" name="Google Shape;168;p25"/>
          <p:cNvSpPr txBox="1"/>
          <p:nvPr>
            <p:ph idx="1" type="body"/>
          </p:nvPr>
        </p:nvSpPr>
        <p:spPr>
          <a:xfrm>
            <a:off x="255975" y="1547275"/>
            <a:ext cx="3639600" cy="6183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169" name="Google Shape;169;p25"/>
          <p:cNvSpPr txBox="1"/>
          <p:nvPr>
            <p:ph idx="2" type="body"/>
          </p:nvPr>
        </p:nvSpPr>
        <p:spPr>
          <a:xfrm>
            <a:off x="444125" y="4243800"/>
            <a:ext cx="2402100" cy="457200"/>
          </a:xfrm>
          <a:prstGeom prst="rect">
            <a:avLst/>
          </a:prstGeom>
        </p:spPr>
        <p:txBody>
          <a:bodyPr anchorCtr="0" anchor="b"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70" name="Google Shape;170;p25"/>
          <p:cNvSpPr txBox="1"/>
          <p:nvPr>
            <p:ph idx="3" type="body"/>
          </p:nvPr>
        </p:nvSpPr>
        <p:spPr>
          <a:xfrm>
            <a:off x="3370950" y="4243800"/>
            <a:ext cx="2402100" cy="457200"/>
          </a:xfrm>
          <a:prstGeom prst="rect">
            <a:avLst/>
          </a:prstGeom>
        </p:spPr>
        <p:txBody>
          <a:bodyPr anchorCtr="0" anchor="b"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71" name="Google Shape;171;p25"/>
          <p:cNvSpPr txBox="1"/>
          <p:nvPr>
            <p:ph idx="4" type="body"/>
          </p:nvPr>
        </p:nvSpPr>
        <p:spPr>
          <a:xfrm>
            <a:off x="6297725" y="4243800"/>
            <a:ext cx="2402100" cy="457200"/>
          </a:xfrm>
          <a:prstGeom prst="rect">
            <a:avLst/>
          </a:prstGeom>
        </p:spPr>
        <p:txBody>
          <a:bodyPr anchorCtr="0" anchor="b"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72" name="Google Shape;172;p25"/>
          <p:cNvSpPr txBox="1"/>
          <p:nvPr>
            <p:ph idx="5" type="title"/>
          </p:nvPr>
        </p:nvSpPr>
        <p:spPr>
          <a:xfrm>
            <a:off x="444125" y="3094675"/>
            <a:ext cx="2402100" cy="369300"/>
          </a:xfrm>
          <a:prstGeom prst="rect">
            <a:avLst/>
          </a:prstGeom>
        </p:spPr>
        <p:txBody>
          <a:bodyPr anchorCtr="0" anchor="t" bIns="0" lIns="0" spcFirstLastPara="1" rIns="0" wrap="square" tIns="0">
            <a:spAutoFit/>
          </a:bodyPr>
          <a:lstStyle>
            <a:lvl1pPr lvl="0">
              <a:spcBef>
                <a:spcPts val="0"/>
              </a:spcBef>
              <a:spcAft>
                <a:spcPts val="0"/>
              </a:spcAft>
              <a:buNone/>
              <a:defRPr sz="24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73" name="Google Shape;173;p25"/>
          <p:cNvSpPr txBox="1"/>
          <p:nvPr>
            <p:ph idx="6" type="title"/>
          </p:nvPr>
        </p:nvSpPr>
        <p:spPr>
          <a:xfrm>
            <a:off x="3370950" y="3094675"/>
            <a:ext cx="2402100" cy="369300"/>
          </a:xfrm>
          <a:prstGeom prst="rect">
            <a:avLst/>
          </a:prstGeom>
        </p:spPr>
        <p:txBody>
          <a:bodyPr anchorCtr="0" anchor="t" bIns="0" lIns="0" spcFirstLastPara="1" rIns="0" wrap="square" tIns="0">
            <a:spAutoFit/>
          </a:bodyPr>
          <a:lstStyle>
            <a:lvl1pPr lvl="0">
              <a:spcBef>
                <a:spcPts val="0"/>
              </a:spcBef>
              <a:spcAft>
                <a:spcPts val="0"/>
              </a:spcAft>
              <a:buNone/>
              <a:defRPr sz="24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74" name="Google Shape;174;p25"/>
          <p:cNvSpPr txBox="1"/>
          <p:nvPr>
            <p:ph idx="7" type="title"/>
          </p:nvPr>
        </p:nvSpPr>
        <p:spPr>
          <a:xfrm>
            <a:off x="6297775" y="3094675"/>
            <a:ext cx="2402100" cy="369300"/>
          </a:xfrm>
          <a:prstGeom prst="rect">
            <a:avLst/>
          </a:prstGeom>
        </p:spPr>
        <p:txBody>
          <a:bodyPr anchorCtr="0" anchor="t" bIns="0" lIns="0" spcFirstLastPara="1" rIns="0" wrap="square" tIns="0">
            <a:spAutoFit/>
          </a:bodyPr>
          <a:lstStyle>
            <a:lvl1pPr lvl="0">
              <a:spcBef>
                <a:spcPts val="0"/>
              </a:spcBef>
              <a:spcAft>
                <a:spcPts val="0"/>
              </a:spcAft>
              <a:buNone/>
              <a:defRPr sz="24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6">
  <p:cSld name="BLANK_1_1_1_1_1_1_1_1_1_1_1_2_1_2_2">
    <p:spTree>
      <p:nvGrpSpPr>
        <p:cNvPr id="175" name="Shape 175"/>
        <p:cNvGrpSpPr/>
        <p:nvPr/>
      </p:nvGrpSpPr>
      <p:grpSpPr>
        <a:xfrm>
          <a:off x="0" y="0"/>
          <a:ext cx="0" cy="0"/>
          <a:chOff x="0" y="0"/>
          <a:chExt cx="0" cy="0"/>
        </a:xfrm>
      </p:grpSpPr>
      <p:sp>
        <p:nvSpPr>
          <p:cNvPr id="176" name="Google Shape;176;p26"/>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77" name="Google Shape;177;p26"/>
          <p:cNvSpPr txBox="1"/>
          <p:nvPr>
            <p:ph idx="1" type="body"/>
          </p:nvPr>
        </p:nvSpPr>
        <p:spPr>
          <a:xfrm>
            <a:off x="255975" y="1547275"/>
            <a:ext cx="3639600" cy="6183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178" name="Google Shape;178;p26"/>
          <p:cNvSpPr txBox="1"/>
          <p:nvPr>
            <p:ph idx="2"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
        <p:nvSpPr>
          <p:cNvPr id="179" name="Google Shape;179;p26"/>
          <p:cNvSpPr txBox="1"/>
          <p:nvPr>
            <p:ph idx="3" type="title"/>
          </p:nvPr>
        </p:nvSpPr>
        <p:spPr>
          <a:xfrm>
            <a:off x="3622350" y="3410283"/>
            <a:ext cx="1899300" cy="714900"/>
          </a:xfrm>
          <a:prstGeom prst="rect">
            <a:avLst/>
          </a:prstGeom>
        </p:spPr>
        <p:txBody>
          <a:bodyPr anchorCtr="0" anchor="t" bIns="0" lIns="0" spcFirstLastPara="1" rIns="0" wrap="square" tIns="0">
            <a:spAutoFit/>
          </a:bodyPr>
          <a:lstStyle>
            <a:lvl1pPr lvl="0" algn="ctr">
              <a:spcBef>
                <a:spcPts val="0"/>
              </a:spcBef>
              <a:spcAft>
                <a:spcPts val="0"/>
              </a:spcAft>
              <a:buNone/>
              <a:defRPr sz="5600">
                <a:solidFill>
                  <a:schemeClr val="lt2"/>
                </a:solidFill>
              </a:defRPr>
            </a:lvl1pPr>
            <a:lvl2pPr lvl="1">
              <a:spcBef>
                <a:spcPts val="0"/>
              </a:spcBef>
              <a:spcAft>
                <a:spcPts val="0"/>
              </a:spcAft>
              <a:buNone/>
              <a:defRPr sz="5600"/>
            </a:lvl2pPr>
            <a:lvl3pPr lvl="2">
              <a:spcBef>
                <a:spcPts val="0"/>
              </a:spcBef>
              <a:spcAft>
                <a:spcPts val="0"/>
              </a:spcAft>
              <a:buNone/>
              <a:defRPr sz="5600"/>
            </a:lvl3pPr>
            <a:lvl4pPr lvl="3">
              <a:spcBef>
                <a:spcPts val="0"/>
              </a:spcBef>
              <a:spcAft>
                <a:spcPts val="0"/>
              </a:spcAft>
              <a:buNone/>
              <a:defRPr sz="5600"/>
            </a:lvl4pPr>
            <a:lvl5pPr lvl="4">
              <a:spcBef>
                <a:spcPts val="0"/>
              </a:spcBef>
              <a:spcAft>
                <a:spcPts val="0"/>
              </a:spcAft>
              <a:buNone/>
              <a:defRPr sz="5600"/>
            </a:lvl5pPr>
            <a:lvl6pPr lvl="5">
              <a:spcBef>
                <a:spcPts val="0"/>
              </a:spcBef>
              <a:spcAft>
                <a:spcPts val="0"/>
              </a:spcAft>
              <a:buNone/>
              <a:defRPr sz="5600"/>
            </a:lvl6pPr>
            <a:lvl7pPr lvl="6">
              <a:spcBef>
                <a:spcPts val="0"/>
              </a:spcBef>
              <a:spcAft>
                <a:spcPts val="0"/>
              </a:spcAft>
              <a:buNone/>
              <a:defRPr sz="5600"/>
            </a:lvl7pPr>
            <a:lvl8pPr lvl="7">
              <a:spcBef>
                <a:spcPts val="0"/>
              </a:spcBef>
              <a:spcAft>
                <a:spcPts val="0"/>
              </a:spcAft>
              <a:buNone/>
              <a:defRPr sz="5600"/>
            </a:lvl8pPr>
            <a:lvl9pPr lvl="8">
              <a:spcBef>
                <a:spcPts val="0"/>
              </a:spcBef>
              <a:spcAft>
                <a:spcPts val="0"/>
              </a:spcAft>
              <a:buNone/>
              <a:defRPr sz="5600"/>
            </a:lvl9pPr>
          </a:lstStyle>
          <a:p/>
        </p:txBody>
      </p:sp>
      <p:sp>
        <p:nvSpPr>
          <p:cNvPr id="180" name="Google Shape;180;p26"/>
          <p:cNvSpPr txBox="1"/>
          <p:nvPr>
            <p:ph idx="4" type="subTitle"/>
          </p:nvPr>
        </p:nvSpPr>
        <p:spPr>
          <a:xfrm>
            <a:off x="3729900" y="4217102"/>
            <a:ext cx="1684200" cy="275700"/>
          </a:xfrm>
          <a:prstGeom prst="rect">
            <a:avLst/>
          </a:prstGeom>
        </p:spPr>
        <p:txBody>
          <a:bodyPr anchorCtr="0" anchor="t" bIns="0" lIns="0" spcFirstLastPara="1" rIns="0" wrap="square" tIns="0">
            <a:noAutofit/>
          </a:bodyPr>
          <a:lstStyle>
            <a:lvl1pPr lvl="0" algn="ctr">
              <a:spcBef>
                <a:spcPts val="0"/>
              </a:spcBef>
              <a:spcAft>
                <a:spcPts val="0"/>
              </a:spcAft>
              <a:buNone/>
              <a:defRPr sz="1800"/>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
        <p:nvSpPr>
          <p:cNvPr id="181" name="Google Shape;181;p26"/>
          <p:cNvSpPr txBox="1"/>
          <p:nvPr>
            <p:ph idx="5" type="title"/>
          </p:nvPr>
        </p:nvSpPr>
        <p:spPr>
          <a:xfrm>
            <a:off x="574363" y="3410283"/>
            <a:ext cx="1899300" cy="714900"/>
          </a:xfrm>
          <a:prstGeom prst="rect">
            <a:avLst/>
          </a:prstGeom>
        </p:spPr>
        <p:txBody>
          <a:bodyPr anchorCtr="0" anchor="t" bIns="0" lIns="0" spcFirstLastPara="1" rIns="0" wrap="square" tIns="0">
            <a:spAutoFit/>
          </a:bodyPr>
          <a:lstStyle>
            <a:lvl1pPr lvl="0" algn="ctr">
              <a:spcBef>
                <a:spcPts val="0"/>
              </a:spcBef>
              <a:spcAft>
                <a:spcPts val="0"/>
              </a:spcAft>
              <a:buNone/>
              <a:defRPr sz="5600">
                <a:solidFill>
                  <a:schemeClr val="lt2"/>
                </a:solidFill>
              </a:defRPr>
            </a:lvl1pPr>
            <a:lvl2pPr lvl="1">
              <a:spcBef>
                <a:spcPts val="0"/>
              </a:spcBef>
              <a:spcAft>
                <a:spcPts val="0"/>
              </a:spcAft>
              <a:buNone/>
              <a:defRPr sz="5600"/>
            </a:lvl2pPr>
            <a:lvl3pPr lvl="2">
              <a:spcBef>
                <a:spcPts val="0"/>
              </a:spcBef>
              <a:spcAft>
                <a:spcPts val="0"/>
              </a:spcAft>
              <a:buNone/>
              <a:defRPr sz="5600"/>
            </a:lvl3pPr>
            <a:lvl4pPr lvl="3">
              <a:spcBef>
                <a:spcPts val="0"/>
              </a:spcBef>
              <a:spcAft>
                <a:spcPts val="0"/>
              </a:spcAft>
              <a:buNone/>
              <a:defRPr sz="5600"/>
            </a:lvl4pPr>
            <a:lvl5pPr lvl="4">
              <a:spcBef>
                <a:spcPts val="0"/>
              </a:spcBef>
              <a:spcAft>
                <a:spcPts val="0"/>
              </a:spcAft>
              <a:buNone/>
              <a:defRPr sz="5600"/>
            </a:lvl5pPr>
            <a:lvl6pPr lvl="5">
              <a:spcBef>
                <a:spcPts val="0"/>
              </a:spcBef>
              <a:spcAft>
                <a:spcPts val="0"/>
              </a:spcAft>
              <a:buNone/>
              <a:defRPr sz="5600"/>
            </a:lvl6pPr>
            <a:lvl7pPr lvl="6">
              <a:spcBef>
                <a:spcPts val="0"/>
              </a:spcBef>
              <a:spcAft>
                <a:spcPts val="0"/>
              </a:spcAft>
              <a:buNone/>
              <a:defRPr sz="5600"/>
            </a:lvl7pPr>
            <a:lvl8pPr lvl="7">
              <a:spcBef>
                <a:spcPts val="0"/>
              </a:spcBef>
              <a:spcAft>
                <a:spcPts val="0"/>
              </a:spcAft>
              <a:buNone/>
              <a:defRPr sz="5600"/>
            </a:lvl8pPr>
            <a:lvl9pPr lvl="8">
              <a:spcBef>
                <a:spcPts val="0"/>
              </a:spcBef>
              <a:spcAft>
                <a:spcPts val="0"/>
              </a:spcAft>
              <a:buNone/>
              <a:defRPr sz="5600"/>
            </a:lvl9pPr>
          </a:lstStyle>
          <a:p/>
        </p:txBody>
      </p:sp>
      <p:sp>
        <p:nvSpPr>
          <p:cNvPr id="182" name="Google Shape;182;p26"/>
          <p:cNvSpPr txBox="1"/>
          <p:nvPr>
            <p:ph idx="6" type="subTitle"/>
          </p:nvPr>
        </p:nvSpPr>
        <p:spPr>
          <a:xfrm>
            <a:off x="681913" y="4217102"/>
            <a:ext cx="1684200" cy="275700"/>
          </a:xfrm>
          <a:prstGeom prst="rect">
            <a:avLst/>
          </a:prstGeom>
        </p:spPr>
        <p:txBody>
          <a:bodyPr anchorCtr="0" anchor="t" bIns="0" lIns="0" spcFirstLastPara="1" rIns="0" wrap="square" tIns="0">
            <a:noAutofit/>
          </a:bodyPr>
          <a:lstStyle>
            <a:lvl1pPr lvl="0" algn="ctr">
              <a:spcBef>
                <a:spcPts val="0"/>
              </a:spcBef>
              <a:spcAft>
                <a:spcPts val="0"/>
              </a:spcAft>
              <a:buNone/>
              <a:defRPr sz="1800"/>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
        <p:nvSpPr>
          <p:cNvPr id="183" name="Google Shape;183;p26"/>
          <p:cNvSpPr txBox="1"/>
          <p:nvPr>
            <p:ph idx="7" type="title"/>
          </p:nvPr>
        </p:nvSpPr>
        <p:spPr>
          <a:xfrm>
            <a:off x="6670325" y="3410283"/>
            <a:ext cx="1899300" cy="714900"/>
          </a:xfrm>
          <a:prstGeom prst="rect">
            <a:avLst/>
          </a:prstGeom>
        </p:spPr>
        <p:txBody>
          <a:bodyPr anchorCtr="0" anchor="t" bIns="0" lIns="0" spcFirstLastPara="1" rIns="0" wrap="square" tIns="0">
            <a:spAutoFit/>
          </a:bodyPr>
          <a:lstStyle>
            <a:lvl1pPr lvl="0" algn="ctr">
              <a:spcBef>
                <a:spcPts val="0"/>
              </a:spcBef>
              <a:spcAft>
                <a:spcPts val="0"/>
              </a:spcAft>
              <a:buNone/>
              <a:defRPr sz="5600">
                <a:solidFill>
                  <a:schemeClr val="lt2"/>
                </a:solidFill>
              </a:defRPr>
            </a:lvl1pPr>
            <a:lvl2pPr lvl="1">
              <a:spcBef>
                <a:spcPts val="0"/>
              </a:spcBef>
              <a:spcAft>
                <a:spcPts val="0"/>
              </a:spcAft>
              <a:buNone/>
              <a:defRPr sz="5600"/>
            </a:lvl2pPr>
            <a:lvl3pPr lvl="2">
              <a:spcBef>
                <a:spcPts val="0"/>
              </a:spcBef>
              <a:spcAft>
                <a:spcPts val="0"/>
              </a:spcAft>
              <a:buNone/>
              <a:defRPr sz="5600"/>
            </a:lvl3pPr>
            <a:lvl4pPr lvl="3">
              <a:spcBef>
                <a:spcPts val="0"/>
              </a:spcBef>
              <a:spcAft>
                <a:spcPts val="0"/>
              </a:spcAft>
              <a:buNone/>
              <a:defRPr sz="5600"/>
            </a:lvl4pPr>
            <a:lvl5pPr lvl="4">
              <a:spcBef>
                <a:spcPts val="0"/>
              </a:spcBef>
              <a:spcAft>
                <a:spcPts val="0"/>
              </a:spcAft>
              <a:buNone/>
              <a:defRPr sz="5600"/>
            </a:lvl5pPr>
            <a:lvl6pPr lvl="5">
              <a:spcBef>
                <a:spcPts val="0"/>
              </a:spcBef>
              <a:spcAft>
                <a:spcPts val="0"/>
              </a:spcAft>
              <a:buNone/>
              <a:defRPr sz="5600"/>
            </a:lvl6pPr>
            <a:lvl7pPr lvl="6">
              <a:spcBef>
                <a:spcPts val="0"/>
              </a:spcBef>
              <a:spcAft>
                <a:spcPts val="0"/>
              </a:spcAft>
              <a:buNone/>
              <a:defRPr sz="5600"/>
            </a:lvl7pPr>
            <a:lvl8pPr lvl="7">
              <a:spcBef>
                <a:spcPts val="0"/>
              </a:spcBef>
              <a:spcAft>
                <a:spcPts val="0"/>
              </a:spcAft>
              <a:buNone/>
              <a:defRPr sz="5600"/>
            </a:lvl8pPr>
            <a:lvl9pPr lvl="8">
              <a:spcBef>
                <a:spcPts val="0"/>
              </a:spcBef>
              <a:spcAft>
                <a:spcPts val="0"/>
              </a:spcAft>
              <a:buNone/>
              <a:defRPr sz="5600"/>
            </a:lvl9pPr>
          </a:lstStyle>
          <a:p/>
        </p:txBody>
      </p:sp>
      <p:sp>
        <p:nvSpPr>
          <p:cNvPr id="184" name="Google Shape;184;p26"/>
          <p:cNvSpPr txBox="1"/>
          <p:nvPr>
            <p:ph idx="8" type="subTitle"/>
          </p:nvPr>
        </p:nvSpPr>
        <p:spPr>
          <a:xfrm>
            <a:off x="6777875" y="4217102"/>
            <a:ext cx="1684200" cy="275700"/>
          </a:xfrm>
          <a:prstGeom prst="rect">
            <a:avLst/>
          </a:prstGeom>
        </p:spPr>
        <p:txBody>
          <a:bodyPr anchorCtr="0" anchor="t" bIns="0" lIns="0" spcFirstLastPara="1" rIns="0" wrap="square" tIns="0">
            <a:noAutofit/>
          </a:bodyPr>
          <a:lstStyle>
            <a:lvl1pPr lvl="0" algn="ctr">
              <a:spcBef>
                <a:spcPts val="0"/>
              </a:spcBef>
              <a:spcAft>
                <a:spcPts val="0"/>
              </a:spcAft>
              <a:buNone/>
              <a:defRPr sz="1800"/>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7">
  <p:cSld name="BLANK_1_1_1_1_1_1_1_1_1_1_1_2_1_2_2_1">
    <p:bg>
      <p:bgPr>
        <a:solidFill>
          <a:schemeClr val="dk2"/>
        </a:solidFill>
      </p:bgPr>
    </p:bg>
    <p:spTree>
      <p:nvGrpSpPr>
        <p:cNvPr id="185" name="Shape 185"/>
        <p:cNvGrpSpPr/>
        <p:nvPr/>
      </p:nvGrpSpPr>
      <p:grpSpPr>
        <a:xfrm>
          <a:off x="0" y="0"/>
          <a:ext cx="0" cy="0"/>
          <a:chOff x="0" y="0"/>
          <a:chExt cx="0" cy="0"/>
        </a:xfrm>
      </p:grpSpPr>
      <p:sp>
        <p:nvSpPr>
          <p:cNvPr id="186" name="Google Shape;186;p27"/>
          <p:cNvSpPr/>
          <p:nvPr/>
        </p:nvSpPr>
        <p:spPr>
          <a:xfrm>
            <a:off x="0" y="1218975"/>
            <a:ext cx="9144000" cy="3924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87" name="Google Shape;187;p27"/>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88" name="Google Shape;188;p27"/>
          <p:cNvSpPr txBox="1"/>
          <p:nvPr>
            <p:ph idx="1" type="body"/>
          </p:nvPr>
        </p:nvSpPr>
        <p:spPr>
          <a:xfrm>
            <a:off x="255975" y="1547275"/>
            <a:ext cx="3639600" cy="6183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189" name="Google Shape;189;p27"/>
          <p:cNvSpPr/>
          <p:nvPr/>
        </p:nvSpPr>
        <p:spPr>
          <a:xfrm flipH="1">
            <a:off x="7595967" y="280050"/>
            <a:ext cx="658800" cy="6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90" name="Google Shape;190;p27"/>
          <p:cNvSpPr/>
          <p:nvPr/>
        </p:nvSpPr>
        <p:spPr>
          <a:xfrm flipH="1">
            <a:off x="7759616" y="443699"/>
            <a:ext cx="331500" cy="33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91" name="Google Shape;191;p27"/>
          <p:cNvSpPr/>
          <p:nvPr/>
        </p:nvSpPr>
        <p:spPr>
          <a:xfrm flipH="1">
            <a:off x="7925104" y="4"/>
            <a:ext cx="1218900" cy="12189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92" name="Google Shape;192;p27"/>
          <p:cNvSpPr/>
          <p:nvPr/>
        </p:nvSpPr>
        <p:spPr>
          <a:xfrm flipH="1">
            <a:off x="7878268" y="562339"/>
            <a:ext cx="94200" cy="942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93" name="Google Shape;193;p27"/>
          <p:cNvSpPr txBox="1"/>
          <p:nvPr>
            <p:ph idx="2" type="title"/>
          </p:nvPr>
        </p:nvSpPr>
        <p:spPr>
          <a:xfrm>
            <a:off x="3622350" y="3410283"/>
            <a:ext cx="1899300" cy="714900"/>
          </a:xfrm>
          <a:prstGeom prst="rect">
            <a:avLst/>
          </a:prstGeom>
        </p:spPr>
        <p:txBody>
          <a:bodyPr anchorCtr="0" anchor="t" bIns="0" lIns="0" spcFirstLastPara="1" rIns="0" wrap="square" tIns="0">
            <a:spAutoFit/>
          </a:bodyPr>
          <a:lstStyle>
            <a:lvl1pPr lvl="0" algn="ctr">
              <a:spcBef>
                <a:spcPts val="0"/>
              </a:spcBef>
              <a:spcAft>
                <a:spcPts val="0"/>
              </a:spcAft>
              <a:buNone/>
              <a:defRPr sz="5600">
                <a:solidFill>
                  <a:schemeClr val="lt2"/>
                </a:solidFill>
              </a:defRPr>
            </a:lvl1pPr>
            <a:lvl2pPr lvl="1">
              <a:spcBef>
                <a:spcPts val="0"/>
              </a:spcBef>
              <a:spcAft>
                <a:spcPts val="0"/>
              </a:spcAft>
              <a:buNone/>
              <a:defRPr sz="5600"/>
            </a:lvl2pPr>
            <a:lvl3pPr lvl="2">
              <a:spcBef>
                <a:spcPts val="0"/>
              </a:spcBef>
              <a:spcAft>
                <a:spcPts val="0"/>
              </a:spcAft>
              <a:buNone/>
              <a:defRPr sz="5600"/>
            </a:lvl3pPr>
            <a:lvl4pPr lvl="3">
              <a:spcBef>
                <a:spcPts val="0"/>
              </a:spcBef>
              <a:spcAft>
                <a:spcPts val="0"/>
              </a:spcAft>
              <a:buNone/>
              <a:defRPr sz="5600"/>
            </a:lvl4pPr>
            <a:lvl5pPr lvl="4">
              <a:spcBef>
                <a:spcPts val="0"/>
              </a:spcBef>
              <a:spcAft>
                <a:spcPts val="0"/>
              </a:spcAft>
              <a:buNone/>
              <a:defRPr sz="5600"/>
            </a:lvl5pPr>
            <a:lvl6pPr lvl="5">
              <a:spcBef>
                <a:spcPts val="0"/>
              </a:spcBef>
              <a:spcAft>
                <a:spcPts val="0"/>
              </a:spcAft>
              <a:buNone/>
              <a:defRPr sz="5600"/>
            </a:lvl6pPr>
            <a:lvl7pPr lvl="6">
              <a:spcBef>
                <a:spcPts val="0"/>
              </a:spcBef>
              <a:spcAft>
                <a:spcPts val="0"/>
              </a:spcAft>
              <a:buNone/>
              <a:defRPr sz="5600"/>
            </a:lvl7pPr>
            <a:lvl8pPr lvl="7">
              <a:spcBef>
                <a:spcPts val="0"/>
              </a:spcBef>
              <a:spcAft>
                <a:spcPts val="0"/>
              </a:spcAft>
              <a:buNone/>
              <a:defRPr sz="5600"/>
            </a:lvl8pPr>
            <a:lvl9pPr lvl="8">
              <a:spcBef>
                <a:spcPts val="0"/>
              </a:spcBef>
              <a:spcAft>
                <a:spcPts val="0"/>
              </a:spcAft>
              <a:buNone/>
              <a:defRPr sz="5600"/>
            </a:lvl9pPr>
          </a:lstStyle>
          <a:p/>
        </p:txBody>
      </p:sp>
      <p:sp>
        <p:nvSpPr>
          <p:cNvPr id="194" name="Google Shape;194;p27"/>
          <p:cNvSpPr txBox="1"/>
          <p:nvPr>
            <p:ph idx="3" type="subTitle"/>
          </p:nvPr>
        </p:nvSpPr>
        <p:spPr>
          <a:xfrm>
            <a:off x="3729900" y="4217102"/>
            <a:ext cx="1684200" cy="275700"/>
          </a:xfrm>
          <a:prstGeom prst="rect">
            <a:avLst/>
          </a:prstGeom>
        </p:spPr>
        <p:txBody>
          <a:bodyPr anchorCtr="0" anchor="t" bIns="0" lIns="0" spcFirstLastPara="1" rIns="0" wrap="square" tIns="0">
            <a:noAutofit/>
          </a:bodyPr>
          <a:lstStyle>
            <a:lvl1pPr lvl="0" algn="ctr">
              <a:spcBef>
                <a:spcPts val="0"/>
              </a:spcBef>
              <a:spcAft>
                <a:spcPts val="0"/>
              </a:spcAft>
              <a:buNone/>
              <a:defRPr sz="1800"/>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
        <p:nvSpPr>
          <p:cNvPr id="195" name="Google Shape;195;p27"/>
          <p:cNvSpPr txBox="1"/>
          <p:nvPr>
            <p:ph idx="4" type="title"/>
          </p:nvPr>
        </p:nvSpPr>
        <p:spPr>
          <a:xfrm>
            <a:off x="574363" y="3410283"/>
            <a:ext cx="1899300" cy="714900"/>
          </a:xfrm>
          <a:prstGeom prst="rect">
            <a:avLst/>
          </a:prstGeom>
        </p:spPr>
        <p:txBody>
          <a:bodyPr anchorCtr="0" anchor="t" bIns="0" lIns="0" spcFirstLastPara="1" rIns="0" wrap="square" tIns="0">
            <a:spAutoFit/>
          </a:bodyPr>
          <a:lstStyle>
            <a:lvl1pPr lvl="0" algn="ctr">
              <a:spcBef>
                <a:spcPts val="0"/>
              </a:spcBef>
              <a:spcAft>
                <a:spcPts val="0"/>
              </a:spcAft>
              <a:buNone/>
              <a:defRPr sz="5600">
                <a:solidFill>
                  <a:schemeClr val="lt2"/>
                </a:solidFill>
              </a:defRPr>
            </a:lvl1pPr>
            <a:lvl2pPr lvl="1">
              <a:spcBef>
                <a:spcPts val="0"/>
              </a:spcBef>
              <a:spcAft>
                <a:spcPts val="0"/>
              </a:spcAft>
              <a:buNone/>
              <a:defRPr sz="5600"/>
            </a:lvl2pPr>
            <a:lvl3pPr lvl="2">
              <a:spcBef>
                <a:spcPts val="0"/>
              </a:spcBef>
              <a:spcAft>
                <a:spcPts val="0"/>
              </a:spcAft>
              <a:buNone/>
              <a:defRPr sz="5600"/>
            </a:lvl3pPr>
            <a:lvl4pPr lvl="3">
              <a:spcBef>
                <a:spcPts val="0"/>
              </a:spcBef>
              <a:spcAft>
                <a:spcPts val="0"/>
              </a:spcAft>
              <a:buNone/>
              <a:defRPr sz="5600"/>
            </a:lvl4pPr>
            <a:lvl5pPr lvl="4">
              <a:spcBef>
                <a:spcPts val="0"/>
              </a:spcBef>
              <a:spcAft>
                <a:spcPts val="0"/>
              </a:spcAft>
              <a:buNone/>
              <a:defRPr sz="5600"/>
            </a:lvl5pPr>
            <a:lvl6pPr lvl="5">
              <a:spcBef>
                <a:spcPts val="0"/>
              </a:spcBef>
              <a:spcAft>
                <a:spcPts val="0"/>
              </a:spcAft>
              <a:buNone/>
              <a:defRPr sz="5600"/>
            </a:lvl6pPr>
            <a:lvl7pPr lvl="6">
              <a:spcBef>
                <a:spcPts val="0"/>
              </a:spcBef>
              <a:spcAft>
                <a:spcPts val="0"/>
              </a:spcAft>
              <a:buNone/>
              <a:defRPr sz="5600"/>
            </a:lvl7pPr>
            <a:lvl8pPr lvl="7">
              <a:spcBef>
                <a:spcPts val="0"/>
              </a:spcBef>
              <a:spcAft>
                <a:spcPts val="0"/>
              </a:spcAft>
              <a:buNone/>
              <a:defRPr sz="5600"/>
            </a:lvl8pPr>
            <a:lvl9pPr lvl="8">
              <a:spcBef>
                <a:spcPts val="0"/>
              </a:spcBef>
              <a:spcAft>
                <a:spcPts val="0"/>
              </a:spcAft>
              <a:buNone/>
              <a:defRPr sz="5600"/>
            </a:lvl9pPr>
          </a:lstStyle>
          <a:p/>
        </p:txBody>
      </p:sp>
      <p:sp>
        <p:nvSpPr>
          <p:cNvPr id="196" name="Google Shape;196;p27"/>
          <p:cNvSpPr txBox="1"/>
          <p:nvPr>
            <p:ph idx="5" type="subTitle"/>
          </p:nvPr>
        </p:nvSpPr>
        <p:spPr>
          <a:xfrm>
            <a:off x="681913" y="4217102"/>
            <a:ext cx="1684200" cy="275700"/>
          </a:xfrm>
          <a:prstGeom prst="rect">
            <a:avLst/>
          </a:prstGeom>
        </p:spPr>
        <p:txBody>
          <a:bodyPr anchorCtr="0" anchor="t" bIns="0" lIns="0" spcFirstLastPara="1" rIns="0" wrap="square" tIns="0">
            <a:noAutofit/>
          </a:bodyPr>
          <a:lstStyle>
            <a:lvl1pPr lvl="0" algn="ctr">
              <a:spcBef>
                <a:spcPts val="0"/>
              </a:spcBef>
              <a:spcAft>
                <a:spcPts val="0"/>
              </a:spcAft>
              <a:buNone/>
              <a:defRPr sz="1800"/>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
        <p:nvSpPr>
          <p:cNvPr id="197" name="Google Shape;197;p27"/>
          <p:cNvSpPr txBox="1"/>
          <p:nvPr>
            <p:ph idx="6" type="title"/>
          </p:nvPr>
        </p:nvSpPr>
        <p:spPr>
          <a:xfrm>
            <a:off x="6670325" y="3410283"/>
            <a:ext cx="1899300" cy="714900"/>
          </a:xfrm>
          <a:prstGeom prst="rect">
            <a:avLst/>
          </a:prstGeom>
        </p:spPr>
        <p:txBody>
          <a:bodyPr anchorCtr="0" anchor="t" bIns="91425" lIns="91425" spcFirstLastPara="1" rIns="91425" wrap="square" tIns="91425">
            <a:spAutoFit/>
          </a:bodyPr>
          <a:lstStyle>
            <a:lvl1pPr lvl="0" algn="ctr">
              <a:spcBef>
                <a:spcPts val="0"/>
              </a:spcBef>
              <a:spcAft>
                <a:spcPts val="0"/>
              </a:spcAft>
              <a:buNone/>
              <a:defRPr sz="5600">
                <a:solidFill>
                  <a:schemeClr val="lt2"/>
                </a:solidFill>
              </a:defRPr>
            </a:lvl1pPr>
            <a:lvl2pPr lvl="1">
              <a:spcBef>
                <a:spcPts val="0"/>
              </a:spcBef>
              <a:spcAft>
                <a:spcPts val="0"/>
              </a:spcAft>
              <a:buNone/>
              <a:defRPr sz="5600"/>
            </a:lvl2pPr>
            <a:lvl3pPr lvl="2">
              <a:spcBef>
                <a:spcPts val="0"/>
              </a:spcBef>
              <a:spcAft>
                <a:spcPts val="0"/>
              </a:spcAft>
              <a:buNone/>
              <a:defRPr sz="5600"/>
            </a:lvl3pPr>
            <a:lvl4pPr lvl="3">
              <a:spcBef>
                <a:spcPts val="0"/>
              </a:spcBef>
              <a:spcAft>
                <a:spcPts val="0"/>
              </a:spcAft>
              <a:buNone/>
              <a:defRPr sz="5600"/>
            </a:lvl4pPr>
            <a:lvl5pPr lvl="4">
              <a:spcBef>
                <a:spcPts val="0"/>
              </a:spcBef>
              <a:spcAft>
                <a:spcPts val="0"/>
              </a:spcAft>
              <a:buNone/>
              <a:defRPr sz="5600"/>
            </a:lvl5pPr>
            <a:lvl6pPr lvl="5">
              <a:spcBef>
                <a:spcPts val="0"/>
              </a:spcBef>
              <a:spcAft>
                <a:spcPts val="0"/>
              </a:spcAft>
              <a:buNone/>
              <a:defRPr sz="5600"/>
            </a:lvl6pPr>
            <a:lvl7pPr lvl="6">
              <a:spcBef>
                <a:spcPts val="0"/>
              </a:spcBef>
              <a:spcAft>
                <a:spcPts val="0"/>
              </a:spcAft>
              <a:buNone/>
              <a:defRPr sz="5600"/>
            </a:lvl7pPr>
            <a:lvl8pPr lvl="7">
              <a:spcBef>
                <a:spcPts val="0"/>
              </a:spcBef>
              <a:spcAft>
                <a:spcPts val="0"/>
              </a:spcAft>
              <a:buNone/>
              <a:defRPr sz="5600"/>
            </a:lvl8pPr>
            <a:lvl9pPr lvl="8">
              <a:spcBef>
                <a:spcPts val="0"/>
              </a:spcBef>
              <a:spcAft>
                <a:spcPts val="0"/>
              </a:spcAft>
              <a:buNone/>
              <a:defRPr sz="5600"/>
            </a:lvl9pPr>
          </a:lstStyle>
          <a:p/>
        </p:txBody>
      </p:sp>
      <p:sp>
        <p:nvSpPr>
          <p:cNvPr id="198" name="Google Shape;198;p27"/>
          <p:cNvSpPr txBox="1"/>
          <p:nvPr>
            <p:ph idx="7" type="subTitle"/>
          </p:nvPr>
        </p:nvSpPr>
        <p:spPr>
          <a:xfrm>
            <a:off x="6777875" y="4217102"/>
            <a:ext cx="1684200" cy="275700"/>
          </a:xfrm>
          <a:prstGeom prst="rect">
            <a:avLst/>
          </a:prstGeom>
        </p:spPr>
        <p:txBody>
          <a:bodyPr anchorCtr="0" anchor="t" bIns="0" lIns="0" spcFirstLastPara="1" rIns="0" wrap="square" tIns="0">
            <a:noAutofit/>
          </a:bodyPr>
          <a:lstStyle>
            <a:lvl1pPr lvl="0" algn="ctr">
              <a:spcBef>
                <a:spcPts val="0"/>
              </a:spcBef>
              <a:spcAft>
                <a:spcPts val="0"/>
              </a:spcAft>
              <a:buNone/>
              <a:defRPr sz="1800"/>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8">
  <p:cSld name="BLANK_1_1_1_1_1_1_1_1_1_1_1_2_1_5">
    <p:bg>
      <p:bgPr>
        <a:solidFill>
          <a:schemeClr val="lt1"/>
        </a:solidFill>
      </p:bgPr>
    </p:bg>
    <p:spTree>
      <p:nvGrpSpPr>
        <p:cNvPr id="199" name="Shape 199"/>
        <p:cNvGrpSpPr/>
        <p:nvPr/>
      </p:nvGrpSpPr>
      <p:grpSpPr>
        <a:xfrm>
          <a:off x="0" y="0"/>
          <a:ext cx="0" cy="0"/>
          <a:chOff x="0" y="0"/>
          <a:chExt cx="0" cy="0"/>
        </a:xfrm>
      </p:grpSpPr>
      <p:sp>
        <p:nvSpPr>
          <p:cNvPr id="200" name="Google Shape;200;p28"/>
          <p:cNvSpPr/>
          <p:nvPr/>
        </p:nvSpPr>
        <p:spPr>
          <a:xfrm>
            <a:off x="8141300" y="200278"/>
            <a:ext cx="823800" cy="198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1" name="Google Shape;201;p28"/>
          <p:cNvSpPr/>
          <p:nvPr/>
        </p:nvSpPr>
        <p:spPr>
          <a:xfrm>
            <a:off x="0" y="1218975"/>
            <a:ext cx="9144000" cy="3924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202" name="Google Shape;202;p28"/>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203" name="Google Shape;203;p28"/>
          <p:cNvSpPr/>
          <p:nvPr/>
        </p:nvSpPr>
        <p:spPr>
          <a:xfrm>
            <a:off x="7643840" y="0"/>
            <a:ext cx="658800" cy="6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204" name="Google Shape;204;p28"/>
          <p:cNvSpPr/>
          <p:nvPr/>
        </p:nvSpPr>
        <p:spPr>
          <a:xfrm>
            <a:off x="7312266" y="887434"/>
            <a:ext cx="331500" cy="33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205" name="Google Shape;205;p28"/>
          <p:cNvSpPr/>
          <p:nvPr/>
        </p:nvSpPr>
        <p:spPr>
          <a:xfrm>
            <a:off x="8302516" y="377490"/>
            <a:ext cx="841500" cy="84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206" name="Google Shape;206;p28"/>
          <p:cNvSpPr/>
          <p:nvPr/>
        </p:nvSpPr>
        <p:spPr>
          <a:xfrm>
            <a:off x="8676264" y="751239"/>
            <a:ext cx="94200" cy="942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cxnSp>
        <p:nvCxnSpPr>
          <p:cNvPr id="207" name="Google Shape;207;p28"/>
          <p:cNvCxnSpPr>
            <a:stCxn id="206" idx="7"/>
            <a:endCxn id="203" idx="7"/>
          </p:cNvCxnSpPr>
          <p:nvPr/>
        </p:nvCxnSpPr>
        <p:spPr>
          <a:xfrm rot="10800000">
            <a:off x="8206169" y="96334"/>
            <a:ext cx="550500" cy="668700"/>
          </a:xfrm>
          <a:prstGeom prst="straightConnector1">
            <a:avLst/>
          </a:prstGeom>
          <a:noFill/>
          <a:ln cap="flat" cmpd="sng" w="9525">
            <a:solidFill>
              <a:schemeClr val="dk1"/>
            </a:solidFill>
            <a:prstDash val="solid"/>
            <a:round/>
            <a:headEnd len="med" w="med" type="none"/>
            <a:tailEnd len="med" w="med" type="none"/>
          </a:ln>
        </p:spPr>
      </p:cxnSp>
      <p:cxnSp>
        <p:nvCxnSpPr>
          <p:cNvPr id="208" name="Google Shape;208;p28"/>
          <p:cNvCxnSpPr>
            <a:stCxn id="206" idx="4"/>
          </p:cNvCxnSpPr>
          <p:nvPr/>
        </p:nvCxnSpPr>
        <p:spPr>
          <a:xfrm flipH="1">
            <a:off x="7517364" y="845439"/>
            <a:ext cx="1206000" cy="369600"/>
          </a:xfrm>
          <a:prstGeom prst="straightConnector1">
            <a:avLst/>
          </a:prstGeom>
          <a:noFill/>
          <a:ln cap="flat" cmpd="sng" w="9525">
            <a:solidFill>
              <a:schemeClr val="dk1"/>
            </a:solidFill>
            <a:prstDash val="solid"/>
            <a:round/>
            <a:headEnd len="med" w="med" type="none"/>
            <a:tailEnd len="med" w="med" type="none"/>
          </a:ln>
        </p:spPr>
      </p:cxnSp>
      <p:cxnSp>
        <p:nvCxnSpPr>
          <p:cNvPr id="209" name="Google Shape;209;p28"/>
          <p:cNvCxnSpPr/>
          <p:nvPr/>
        </p:nvCxnSpPr>
        <p:spPr>
          <a:xfrm flipH="1" rot="10800000">
            <a:off x="7323426" y="233734"/>
            <a:ext cx="335400" cy="759900"/>
          </a:xfrm>
          <a:prstGeom prst="straightConnector1">
            <a:avLst/>
          </a:prstGeom>
          <a:noFill/>
          <a:ln cap="flat" cmpd="sng" w="9525">
            <a:solidFill>
              <a:schemeClr val="dk1"/>
            </a:solidFill>
            <a:prstDash val="solid"/>
            <a:round/>
            <a:headEnd len="med" w="med" type="none"/>
            <a:tailEnd len="med" w="med" type="none"/>
          </a:ln>
        </p:spPr>
      </p:cxnSp>
      <p:sp>
        <p:nvSpPr>
          <p:cNvPr id="210" name="Google Shape;210;p28"/>
          <p:cNvSpPr txBox="1"/>
          <p:nvPr>
            <p:ph idx="1" type="body"/>
          </p:nvPr>
        </p:nvSpPr>
        <p:spPr>
          <a:xfrm>
            <a:off x="255975" y="1547275"/>
            <a:ext cx="3639600" cy="6183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211" name="Google Shape;211;p28"/>
          <p:cNvSpPr txBox="1"/>
          <p:nvPr>
            <p:ph idx="2" type="title"/>
          </p:nvPr>
        </p:nvSpPr>
        <p:spPr>
          <a:xfrm>
            <a:off x="112425" y="3522983"/>
            <a:ext cx="1899300" cy="714900"/>
          </a:xfrm>
          <a:prstGeom prst="rect">
            <a:avLst/>
          </a:prstGeom>
        </p:spPr>
        <p:txBody>
          <a:bodyPr anchorCtr="0" anchor="t" bIns="0" lIns="0" spcFirstLastPara="1" rIns="0" wrap="square" tIns="0">
            <a:spAutoFit/>
          </a:bodyPr>
          <a:lstStyle>
            <a:lvl1pPr lvl="0" algn="ctr">
              <a:spcBef>
                <a:spcPts val="0"/>
              </a:spcBef>
              <a:spcAft>
                <a:spcPts val="0"/>
              </a:spcAft>
              <a:buNone/>
              <a:defRPr>
                <a:solidFill>
                  <a:schemeClr val="lt2"/>
                </a:solidFill>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212" name="Google Shape;212;p28"/>
          <p:cNvSpPr txBox="1"/>
          <p:nvPr>
            <p:ph idx="3" type="subTitle"/>
          </p:nvPr>
        </p:nvSpPr>
        <p:spPr>
          <a:xfrm>
            <a:off x="459075" y="4178725"/>
            <a:ext cx="1206000" cy="275700"/>
          </a:xfrm>
          <a:prstGeom prst="rect">
            <a:avLst/>
          </a:prstGeom>
        </p:spPr>
        <p:txBody>
          <a:bodyPr anchorCtr="0" anchor="t" bIns="0" lIns="0" spcFirstLastPara="1" rIns="0" wrap="square" tIns="0">
            <a:noAutofit/>
          </a:bodyPr>
          <a:lstStyle>
            <a:lvl1pPr lvl="0" algn="ctr">
              <a:spcBef>
                <a:spcPts val="0"/>
              </a:spcBef>
              <a:spcAft>
                <a:spcPts val="0"/>
              </a:spcAft>
              <a:buNone/>
              <a:defRPr sz="900"/>
            </a:lvl1pPr>
            <a:lvl2pPr lvl="1">
              <a:spcBef>
                <a:spcPts val="0"/>
              </a:spcBef>
              <a:spcAft>
                <a:spcPts val="0"/>
              </a:spcAft>
              <a:buClr>
                <a:schemeClr val="dk1"/>
              </a:buClr>
              <a:buSzPts val="900"/>
              <a:buFont typeface="Montserrat"/>
              <a:buNone/>
              <a:defRPr sz="900">
                <a:solidFill>
                  <a:schemeClr val="dk1"/>
                </a:solidFill>
              </a:defRPr>
            </a:lvl2pPr>
            <a:lvl3pPr lvl="2">
              <a:spcBef>
                <a:spcPts val="0"/>
              </a:spcBef>
              <a:spcAft>
                <a:spcPts val="0"/>
              </a:spcAft>
              <a:buClr>
                <a:schemeClr val="dk1"/>
              </a:buClr>
              <a:buSzPts val="900"/>
              <a:buFont typeface="Montserrat"/>
              <a:buNone/>
              <a:defRPr sz="900">
                <a:solidFill>
                  <a:schemeClr val="dk1"/>
                </a:solidFill>
              </a:defRPr>
            </a:lvl3pPr>
            <a:lvl4pPr lvl="3">
              <a:spcBef>
                <a:spcPts val="0"/>
              </a:spcBef>
              <a:spcAft>
                <a:spcPts val="0"/>
              </a:spcAft>
              <a:buClr>
                <a:schemeClr val="dk1"/>
              </a:buClr>
              <a:buSzPts val="900"/>
              <a:buFont typeface="Montserrat"/>
              <a:buNone/>
              <a:defRPr sz="900">
                <a:solidFill>
                  <a:schemeClr val="dk1"/>
                </a:solidFill>
              </a:defRPr>
            </a:lvl4pPr>
            <a:lvl5pPr lvl="4">
              <a:spcBef>
                <a:spcPts val="0"/>
              </a:spcBef>
              <a:spcAft>
                <a:spcPts val="0"/>
              </a:spcAft>
              <a:buClr>
                <a:schemeClr val="dk1"/>
              </a:buClr>
              <a:buSzPts val="900"/>
              <a:buFont typeface="Montserrat"/>
              <a:buNone/>
              <a:defRPr sz="900">
                <a:solidFill>
                  <a:schemeClr val="dk1"/>
                </a:solidFill>
              </a:defRPr>
            </a:lvl5pPr>
            <a:lvl6pPr lvl="5">
              <a:spcBef>
                <a:spcPts val="0"/>
              </a:spcBef>
              <a:spcAft>
                <a:spcPts val="0"/>
              </a:spcAft>
              <a:buClr>
                <a:schemeClr val="dk1"/>
              </a:buClr>
              <a:buSzPts val="900"/>
              <a:buFont typeface="Montserrat"/>
              <a:buNone/>
              <a:defRPr sz="900">
                <a:solidFill>
                  <a:schemeClr val="dk1"/>
                </a:solidFill>
              </a:defRPr>
            </a:lvl6pPr>
            <a:lvl7pPr lvl="6">
              <a:spcBef>
                <a:spcPts val="0"/>
              </a:spcBef>
              <a:spcAft>
                <a:spcPts val="0"/>
              </a:spcAft>
              <a:buClr>
                <a:schemeClr val="dk1"/>
              </a:buClr>
              <a:buSzPts val="900"/>
              <a:buFont typeface="Montserrat"/>
              <a:buNone/>
              <a:defRPr sz="900">
                <a:solidFill>
                  <a:schemeClr val="dk1"/>
                </a:solidFill>
              </a:defRPr>
            </a:lvl7pPr>
            <a:lvl8pPr lvl="7">
              <a:spcBef>
                <a:spcPts val="0"/>
              </a:spcBef>
              <a:spcAft>
                <a:spcPts val="0"/>
              </a:spcAft>
              <a:buClr>
                <a:schemeClr val="dk1"/>
              </a:buClr>
              <a:buSzPts val="900"/>
              <a:buFont typeface="Montserrat"/>
              <a:buNone/>
              <a:defRPr sz="900">
                <a:solidFill>
                  <a:schemeClr val="dk1"/>
                </a:solidFill>
              </a:defRPr>
            </a:lvl8pPr>
            <a:lvl9pPr lvl="8">
              <a:spcBef>
                <a:spcPts val="0"/>
              </a:spcBef>
              <a:spcAft>
                <a:spcPts val="0"/>
              </a:spcAft>
              <a:buClr>
                <a:schemeClr val="dk1"/>
              </a:buClr>
              <a:buSzPts val="900"/>
              <a:buFont typeface="Montserrat"/>
              <a:buNone/>
              <a:defRPr sz="900">
                <a:solidFill>
                  <a:schemeClr val="dk1"/>
                </a:solidFill>
              </a:defRPr>
            </a:lvl9pPr>
          </a:lstStyle>
          <a:p/>
        </p:txBody>
      </p:sp>
      <p:sp>
        <p:nvSpPr>
          <p:cNvPr id="213" name="Google Shape;213;p28"/>
          <p:cNvSpPr txBox="1"/>
          <p:nvPr>
            <p:ph idx="4" type="title"/>
          </p:nvPr>
        </p:nvSpPr>
        <p:spPr>
          <a:xfrm>
            <a:off x="4718600" y="3522983"/>
            <a:ext cx="1899300" cy="714900"/>
          </a:xfrm>
          <a:prstGeom prst="rect">
            <a:avLst/>
          </a:prstGeom>
        </p:spPr>
        <p:txBody>
          <a:bodyPr anchorCtr="0" anchor="t" bIns="0" lIns="0" spcFirstLastPara="1" rIns="0" wrap="square" tIns="0">
            <a:spAutoFit/>
          </a:bodyPr>
          <a:lstStyle>
            <a:lvl1pPr lvl="0" algn="ctr">
              <a:spcBef>
                <a:spcPts val="0"/>
              </a:spcBef>
              <a:spcAft>
                <a:spcPts val="0"/>
              </a:spcAft>
              <a:buNone/>
              <a:defRPr>
                <a:solidFill>
                  <a:schemeClr val="lt2"/>
                </a:solidFill>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214" name="Google Shape;214;p28"/>
          <p:cNvSpPr txBox="1"/>
          <p:nvPr>
            <p:ph idx="5" type="subTitle"/>
          </p:nvPr>
        </p:nvSpPr>
        <p:spPr>
          <a:xfrm>
            <a:off x="5065250" y="4178725"/>
            <a:ext cx="1206000" cy="275700"/>
          </a:xfrm>
          <a:prstGeom prst="rect">
            <a:avLst/>
          </a:prstGeom>
        </p:spPr>
        <p:txBody>
          <a:bodyPr anchorCtr="0" anchor="t" bIns="0" lIns="0" spcFirstLastPara="1" rIns="0" wrap="square" tIns="0">
            <a:noAutofit/>
          </a:bodyPr>
          <a:lstStyle>
            <a:lvl1pPr lvl="0" algn="ctr">
              <a:spcBef>
                <a:spcPts val="0"/>
              </a:spcBef>
              <a:spcAft>
                <a:spcPts val="0"/>
              </a:spcAft>
              <a:buNone/>
              <a:defRPr sz="900"/>
            </a:lvl1pPr>
            <a:lvl2pPr lvl="1">
              <a:spcBef>
                <a:spcPts val="0"/>
              </a:spcBef>
              <a:spcAft>
                <a:spcPts val="0"/>
              </a:spcAft>
              <a:buClr>
                <a:schemeClr val="dk1"/>
              </a:buClr>
              <a:buSzPts val="900"/>
              <a:buFont typeface="Montserrat"/>
              <a:buNone/>
              <a:defRPr sz="900">
                <a:solidFill>
                  <a:schemeClr val="dk1"/>
                </a:solidFill>
              </a:defRPr>
            </a:lvl2pPr>
            <a:lvl3pPr lvl="2">
              <a:spcBef>
                <a:spcPts val="0"/>
              </a:spcBef>
              <a:spcAft>
                <a:spcPts val="0"/>
              </a:spcAft>
              <a:buClr>
                <a:schemeClr val="dk1"/>
              </a:buClr>
              <a:buSzPts val="900"/>
              <a:buFont typeface="Montserrat"/>
              <a:buNone/>
              <a:defRPr sz="900">
                <a:solidFill>
                  <a:schemeClr val="dk1"/>
                </a:solidFill>
              </a:defRPr>
            </a:lvl3pPr>
            <a:lvl4pPr lvl="3">
              <a:spcBef>
                <a:spcPts val="0"/>
              </a:spcBef>
              <a:spcAft>
                <a:spcPts val="0"/>
              </a:spcAft>
              <a:buClr>
                <a:schemeClr val="dk1"/>
              </a:buClr>
              <a:buSzPts val="900"/>
              <a:buFont typeface="Montserrat"/>
              <a:buNone/>
              <a:defRPr sz="900">
                <a:solidFill>
                  <a:schemeClr val="dk1"/>
                </a:solidFill>
              </a:defRPr>
            </a:lvl4pPr>
            <a:lvl5pPr lvl="4">
              <a:spcBef>
                <a:spcPts val="0"/>
              </a:spcBef>
              <a:spcAft>
                <a:spcPts val="0"/>
              </a:spcAft>
              <a:buClr>
                <a:schemeClr val="dk1"/>
              </a:buClr>
              <a:buSzPts val="900"/>
              <a:buFont typeface="Montserrat"/>
              <a:buNone/>
              <a:defRPr sz="900">
                <a:solidFill>
                  <a:schemeClr val="dk1"/>
                </a:solidFill>
              </a:defRPr>
            </a:lvl5pPr>
            <a:lvl6pPr lvl="5">
              <a:spcBef>
                <a:spcPts val="0"/>
              </a:spcBef>
              <a:spcAft>
                <a:spcPts val="0"/>
              </a:spcAft>
              <a:buClr>
                <a:schemeClr val="dk1"/>
              </a:buClr>
              <a:buSzPts val="900"/>
              <a:buFont typeface="Montserrat"/>
              <a:buNone/>
              <a:defRPr sz="900">
                <a:solidFill>
                  <a:schemeClr val="dk1"/>
                </a:solidFill>
              </a:defRPr>
            </a:lvl6pPr>
            <a:lvl7pPr lvl="6">
              <a:spcBef>
                <a:spcPts val="0"/>
              </a:spcBef>
              <a:spcAft>
                <a:spcPts val="0"/>
              </a:spcAft>
              <a:buClr>
                <a:schemeClr val="dk1"/>
              </a:buClr>
              <a:buSzPts val="900"/>
              <a:buFont typeface="Montserrat"/>
              <a:buNone/>
              <a:defRPr sz="900">
                <a:solidFill>
                  <a:schemeClr val="dk1"/>
                </a:solidFill>
              </a:defRPr>
            </a:lvl7pPr>
            <a:lvl8pPr lvl="7">
              <a:spcBef>
                <a:spcPts val="0"/>
              </a:spcBef>
              <a:spcAft>
                <a:spcPts val="0"/>
              </a:spcAft>
              <a:buClr>
                <a:schemeClr val="dk1"/>
              </a:buClr>
              <a:buSzPts val="900"/>
              <a:buFont typeface="Montserrat"/>
              <a:buNone/>
              <a:defRPr sz="900">
                <a:solidFill>
                  <a:schemeClr val="dk1"/>
                </a:solidFill>
              </a:defRPr>
            </a:lvl8pPr>
            <a:lvl9pPr lvl="8">
              <a:spcBef>
                <a:spcPts val="0"/>
              </a:spcBef>
              <a:spcAft>
                <a:spcPts val="0"/>
              </a:spcAft>
              <a:buClr>
                <a:schemeClr val="dk1"/>
              </a:buClr>
              <a:buSzPts val="900"/>
              <a:buFont typeface="Montserrat"/>
              <a:buNone/>
              <a:defRPr sz="900">
                <a:solidFill>
                  <a:schemeClr val="dk1"/>
                </a:solidFill>
              </a:defRPr>
            </a:lvl9pPr>
          </a:lstStyle>
          <a:p/>
        </p:txBody>
      </p:sp>
      <p:sp>
        <p:nvSpPr>
          <p:cNvPr id="215" name="Google Shape;215;p28"/>
          <p:cNvSpPr txBox="1"/>
          <p:nvPr>
            <p:ph idx="6" type="body"/>
          </p:nvPr>
        </p:nvSpPr>
        <p:spPr>
          <a:xfrm>
            <a:off x="6880375" y="3231050"/>
            <a:ext cx="2030700" cy="6183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216" name="Google Shape;216;p28"/>
          <p:cNvSpPr txBox="1"/>
          <p:nvPr>
            <p:ph idx="7" type="subTitle"/>
          </p:nvPr>
        </p:nvSpPr>
        <p:spPr>
          <a:xfrm>
            <a:off x="6880375" y="2984750"/>
            <a:ext cx="2030700" cy="246300"/>
          </a:xfrm>
          <a:prstGeom prst="rect">
            <a:avLst/>
          </a:prstGeom>
        </p:spPr>
        <p:txBody>
          <a:bodyPr anchorCtr="0" anchor="t" bIns="0" lIns="0" spcFirstLastPara="1" rIns="0" wrap="square" tIns="0">
            <a:noAutofit/>
          </a:bodyPr>
          <a:lstStyle>
            <a:lvl1pPr lvl="0" algn="l">
              <a:spcBef>
                <a:spcPts val="0"/>
              </a:spcBef>
              <a:spcAft>
                <a:spcPts val="0"/>
              </a:spcAft>
              <a:buNone/>
              <a:defRPr sz="1200">
                <a:latin typeface="Montserrat Medium"/>
                <a:ea typeface="Montserrat Medium"/>
                <a:cs typeface="Montserrat Medium"/>
                <a:sym typeface="Montserrat Medium"/>
              </a:defRPr>
            </a:lvl1pPr>
            <a:lvl2pPr lvl="1">
              <a:spcBef>
                <a:spcPts val="0"/>
              </a:spcBef>
              <a:spcAft>
                <a:spcPts val="0"/>
              </a:spcAft>
              <a:buClr>
                <a:schemeClr val="dk1"/>
              </a:buClr>
              <a:buSzPts val="900"/>
              <a:buFont typeface="Montserrat"/>
              <a:buNone/>
              <a:defRPr sz="900">
                <a:solidFill>
                  <a:schemeClr val="dk1"/>
                </a:solidFill>
              </a:defRPr>
            </a:lvl2pPr>
            <a:lvl3pPr lvl="2">
              <a:spcBef>
                <a:spcPts val="0"/>
              </a:spcBef>
              <a:spcAft>
                <a:spcPts val="0"/>
              </a:spcAft>
              <a:buClr>
                <a:schemeClr val="dk1"/>
              </a:buClr>
              <a:buSzPts val="900"/>
              <a:buFont typeface="Montserrat"/>
              <a:buNone/>
              <a:defRPr sz="900">
                <a:solidFill>
                  <a:schemeClr val="dk1"/>
                </a:solidFill>
              </a:defRPr>
            </a:lvl3pPr>
            <a:lvl4pPr lvl="3">
              <a:spcBef>
                <a:spcPts val="0"/>
              </a:spcBef>
              <a:spcAft>
                <a:spcPts val="0"/>
              </a:spcAft>
              <a:buClr>
                <a:schemeClr val="dk1"/>
              </a:buClr>
              <a:buSzPts val="900"/>
              <a:buFont typeface="Montserrat"/>
              <a:buNone/>
              <a:defRPr sz="900">
                <a:solidFill>
                  <a:schemeClr val="dk1"/>
                </a:solidFill>
              </a:defRPr>
            </a:lvl4pPr>
            <a:lvl5pPr lvl="4">
              <a:spcBef>
                <a:spcPts val="0"/>
              </a:spcBef>
              <a:spcAft>
                <a:spcPts val="0"/>
              </a:spcAft>
              <a:buClr>
                <a:schemeClr val="dk1"/>
              </a:buClr>
              <a:buSzPts val="900"/>
              <a:buFont typeface="Montserrat"/>
              <a:buNone/>
              <a:defRPr sz="900">
                <a:solidFill>
                  <a:schemeClr val="dk1"/>
                </a:solidFill>
              </a:defRPr>
            </a:lvl5pPr>
            <a:lvl6pPr lvl="5">
              <a:spcBef>
                <a:spcPts val="0"/>
              </a:spcBef>
              <a:spcAft>
                <a:spcPts val="0"/>
              </a:spcAft>
              <a:buClr>
                <a:schemeClr val="dk1"/>
              </a:buClr>
              <a:buSzPts val="900"/>
              <a:buFont typeface="Montserrat"/>
              <a:buNone/>
              <a:defRPr sz="900">
                <a:solidFill>
                  <a:schemeClr val="dk1"/>
                </a:solidFill>
              </a:defRPr>
            </a:lvl6pPr>
            <a:lvl7pPr lvl="6">
              <a:spcBef>
                <a:spcPts val="0"/>
              </a:spcBef>
              <a:spcAft>
                <a:spcPts val="0"/>
              </a:spcAft>
              <a:buClr>
                <a:schemeClr val="dk1"/>
              </a:buClr>
              <a:buSzPts val="900"/>
              <a:buFont typeface="Montserrat"/>
              <a:buNone/>
              <a:defRPr sz="900">
                <a:solidFill>
                  <a:schemeClr val="dk1"/>
                </a:solidFill>
              </a:defRPr>
            </a:lvl7pPr>
            <a:lvl8pPr lvl="7">
              <a:spcBef>
                <a:spcPts val="0"/>
              </a:spcBef>
              <a:spcAft>
                <a:spcPts val="0"/>
              </a:spcAft>
              <a:buClr>
                <a:schemeClr val="dk1"/>
              </a:buClr>
              <a:buSzPts val="900"/>
              <a:buFont typeface="Montserrat"/>
              <a:buNone/>
              <a:defRPr sz="900">
                <a:solidFill>
                  <a:schemeClr val="dk1"/>
                </a:solidFill>
              </a:defRPr>
            </a:lvl8pPr>
            <a:lvl9pPr lvl="8">
              <a:spcBef>
                <a:spcPts val="0"/>
              </a:spcBef>
              <a:spcAft>
                <a:spcPts val="0"/>
              </a:spcAft>
              <a:buClr>
                <a:schemeClr val="dk1"/>
              </a:buClr>
              <a:buSzPts val="900"/>
              <a:buFont typeface="Montserrat"/>
              <a:buNone/>
              <a:defRPr sz="900">
                <a:solidFill>
                  <a:schemeClr val="dk1"/>
                </a:solidFill>
              </a:defRPr>
            </a:lvl9pPr>
          </a:lstStyle>
          <a:p/>
        </p:txBody>
      </p:sp>
      <p:sp>
        <p:nvSpPr>
          <p:cNvPr id="217" name="Google Shape;217;p28"/>
          <p:cNvSpPr txBox="1"/>
          <p:nvPr>
            <p:ph idx="8" type="subTitle"/>
          </p:nvPr>
        </p:nvSpPr>
        <p:spPr>
          <a:xfrm>
            <a:off x="2274000" y="2984750"/>
            <a:ext cx="2030700" cy="246300"/>
          </a:xfrm>
          <a:prstGeom prst="rect">
            <a:avLst/>
          </a:prstGeom>
        </p:spPr>
        <p:txBody>
          <a:bodyPr anchorCtr="0" anchor="t" bIns="0" lIns="0" spcFirstLastPara="1" rIns="0" wrap="square" tIns="0">
            <a:noAutofit/>
          </a:bodyPr>
          <a:lstStyle>
            <a:lvl1pPr lvl="0" algn="l">
              <a:spcBef>
                <a:spcPts val="0"/>
              </a:spcBef>
              <a:spcAft>
                <a:spcPts val="0"/>
              </a:spcAft>
              <a:buNone/>
              <a:defRPr sz="1200">
                <a:latin typeface="Montserrat Medium"/>
                <a:ea typeface="Montserrat Medium"/>
                <a:cs typeface="Montserrat Medium"/>
                <a:sym typeface="Montserrat Medium"/>
              </a:defRPr>
            </a:lvl1pPr>
            <a:lvl2pPr lvl="1">
              <a:spcBef>
                <a:spcPts val="0"/>
              </a:spcBef>
              <a:spcAft>
                <a:spcPts val="0"/>
              </a:spcAft>
              <a:buClr>
                <a:schemeClr val="dk1"/>
              </a:buClr>
              <a:buSzPts val="900"/>
              <a:buFont typeface="Montserrat"/>
              <a:buNone/>
              <a:defRPr sz="900">
                <a:solidFill>
                  <a:schemeClr val="dk1"/>
                </a:solidFill>
              </a:defRPr>
            </a:lvl2pPr>
            <a:lvl3pPr lvl="2">
              <a:spcBef>
                <a:spcPts val="0"/>
              </a:spcBef>
              <a:spcAft>
                <a:spcPts val="0"/>
              </a:spcAft>
              <a:buClr>
                <a:schemeClr val="dk1"/>
              </a:buClr>
              <a:buSzPts val="900"/>
              <a:buFont typeface="Montserrat"/>
              <a:buNone/>
              <a:defRPr sz="900">
                <a:solidFill>
                  <a:schemeClr val="dk1"/>
                </a:solidFill>
              </a:defRPr>
            </a:lvl3pPr>
            <a:lvl4pPr lvl="3">
              <a:spcBef>
                <a:spcPts val="0"/>
              </a:spcBef>
              <a:spcAft>
                <a:spcPts val="0"/>
              </a:spcAft>
              <a:buClr>
                <a:schemeClr val="dk1"/>
              </a:buClr>
              <a:buSzPts val="900"/>
              <a:buFont typeface="Montserrat"/>
              <a:buNone/>
              <a:defRPr sz="900">
                <a:solidFill>
                  <a:schemeClr val="dk1"/>
                </a:solidFill>
              </a:defRPr>
            </a:lvl4pPr>
            <a:lvl5pPr lvl="4">
              <a:spcBef>
                <a:spcPts val="0"/>
              </a:spcBef>
              <a:spcAft>
                <a:spcPts val="0"/>
              </a:spcAft>
              <a:buClr>
                <a:schemeClr val="dk1"/>
              </a:buClr>
              <a:buSzPts val="900"/>
              <a:buFont typeface="Montserrat"/>
              <a:buNone/>
              <a:defRPr sz="900">
                <a:solidFill>
                  <a:schemeClr val="dk1"/>
                </a:solidFill>
              </a:defRPr>
            </a:lvl5pPr>
            <a:lvl6pPr lvl="5">
              <a:spcBef>
                <a:spcPts val="0"/>
              </a:spcBef>
              <a:spcAft>
                <a:spcPts val="0"/>
              </a:spcAft>
              <a:buClr>
                <a:schemeClr val="dk1"/>
              </a:buClr>
              <a:buSzPts val="900"/>
              <a:buFont typeface="Montserrat"/>
              <a:buNone/>
              <a:defRPr sz="900">
                <a:solidFill>
                  <a:schemeClr val="dk1"/>
                </a:solidFill>
              </a:defRPr>
            </a:lvl6pPr>
            <a:lvl7pPr lvl="6">
              <a:spcBef>
                <a:spcPts val="0"/>
              </a:spcBef>
              <a:spcAft>
                <a:spcPts val="0"/>
              </a:spcAft>
              <a:buClr>
                <a:schemeClr val="dk1"/>
              </a:buClr>
              <a:buSzPts val="900"/>
              <a:buFont typeface="Montserrat"/>
              <a:buNone/>
              <a:defRPr sz="900">
                <a:solidFill>
                  <a:schemeClr val="dk1"/>
                </a:solidFill>
              </a:defRPr>
            </a:lvl7pPr>
            <a:lvl8pPr lvl="7">
              <a:spcBef>
                <a:spcPts val="0"/>
              </a:spcBef>
              <a:spcAft>
                <a:spcPts val="0"/>
              </a:spcAft>
              <a:buClr>
                <a:schemeClr val="dk1"/>
              </a:buClr>
              <a:buSzPts val="900"/>
              <a:buFont typeface="Montserrat"/>
              <a:buNone/>
              <a:defRPr sz="900">
                <a:solidFill>
                  <a:schemeClr val="dk1"/>
                </a:solidFill>
              </a:defRPr>
            </a:lvl8pPr>
            <a:lvl9pPr lvl="8">
              <a:spcBef>
                <a:spcPts val="0"/>
              </a:spcBef>
              <a:spcAft>
                <a:spcPts val="0"/>
              </a:spcAft>
              <a:buClr>
                <a:schemeClr val="dk1"/>
              </a:buClr>
              <a:buSzPts val="900"/>
              <a:buFont typeface="Montserrat"/>
              <a:buNone/>
              <a:defRPr sz="900">
                <a:solidFill>
                  <a:schemeClr val="dk1"/>
                </a:solidFill>
              </a:defRPr>
            </a:lvl9pPr>
          </a:lstStyle>
          <a:p/>
        </p:txBody>
      </p:sp>
      <p:sp>
        <p:nvSpPr>
          <p:cNvPr id="218" name="Google Shape;218;p28"/>
          <p:cNvSpPr txBox="1"/>
          <p:nvPr>
            <p:ph idx="9" type="body"/>
          </p:nvPr>
        </p:nvSpPr>
        <p:spPr>
          <a:xfrm>
            <a:off x="2274000" y="3231050"/>
            <a:ext cx="2030700" cy="6183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9">
  <p:cSld name="BLANK_1_1_1_1_1_1_1_1_1_1_1_2_1_6">
    <p:bg>
      <p:bgPr>
        <a:solidFill>
          <a:schemeClr val="lt1"/>
        </a:solidFill>
      </p:bgPr>
    </p:bg>
    <p:spTree>
      <p:nvGrpSpPr>
        <p:cNvPr id="219" name="Shape 219"/>
        <p:cNvGrpSpPr/>
        <p:nvPr/>
      </p:nvGrpSpPr>
      <p:grpSpPr>
        <a:xfrm>
          <a:off x="0" y="0"/>
          <a:ext cx="0" cy="0"/>
          <a:chOff x="0" y="0"/>
          <a:chExt cx="0" cy="0"/>
        </a:xfrm>
      </p:grpSpPr>
      <p:sp>
        <p:nvSpPr>
          <p:cNvPr id="220" name="Google Shape;220;p29"/>
          <p:cNvSpPr/>
          <p:nvPr/>
        </p:nvSpPr>
        <p:spPr>
          <a:xfrm>
            <a:off x="0" y="1218975"/>
            <a:ext cx="9144000" cy="3924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221" name="Google Shape;221;p29"/>
          <p:cNvSpPr txBox="1"/>
          <p:nvPr>
            <p:ph idx="1" type="body"/>
          </p:nvPr>
        </p:nvSpPr>
        <p:spPr>
          <a:xfrm>
            <a:off x="422609" y="4243800"/>
            <a:ext cx="1728600" cy="457200"/>
          </a:xfrm>
          <a:prstGeom prst="rect">
            <a:avLst/>
          </a:prstGeom>
        </p:spPr>
        <p:txBody>
          <a:bodyPr anchorCtr="0" anchor="b"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222" name="Google Shape;222;p29"/>
          <p:cNvSpPr txBox="1"/>
          <p:nvPr>
            <p:ph idx="2" type="body"/>
          </p:nvPr>
        </p:nvSpPr>
        <p:spPr>
          <a:xfrm>
            <a:off x="2614838" y="4243800"/>
            <a:ext cx="1728600" cy="457200"/>
          </a:xfrm>
          <a:prstGeom prst="rect">
            <a:avLst/>
          </a:prstGeom>
        </p:spPr>
        <p:txBody>
          <a:bodyPr anchorCtr="0" anchor="b"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223" name="Google Shape;223;p29"/>
          <p:cNvSpPr txBox="1"/>
          <p:nvPr>
            <p:ph idx="3" type="body"/>
          </p:nvPr>
        </p:nvSpPr>
        <p:spPr>
          <a:xfrm>
            <a:off x="4785550" y="4243800"/>
            <a:ext cx="1728600" cy="457200"/>
          </a:xfrm>
          <a:prstGeom prst="rect">
            <a:avLst/>
          </a:prstGeom>
        </p:spPr>
        <p:txBody>
          <a:bodyPr anchorCtr="0" anchor="b"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224" name="Google Shape;224;p29"/>
          <p:cNvSpPr txBox="1"/>
          <p:nvPr>
            <p:ph idx="4" type="body"/>
          </p:nvPr>
        </p:nvSpPr>
        <p:spPr>
          <a:xfrm>
            <a:off x="6956263" y="4243800"/>
            <a:ext cx="1728600" cy="457200"/>
          </a:xfrm>
          <a:prstGeom prst="rect">
            <a:avLst/>
          </a:prstGeom>
        </p:spPr>
        <p:txBody>
          <a:bodyPr anchorCtr="0" anchor="b"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225" name="Google Shape;225;p29"/>
          <p:cNvSpPr txBox="1"/>
          <p:nvPr>
            <p:ph type="title"/>
          </p:nvPr>
        </p:nvSpPr>
        <p:spPr>
          <a:xfrm>
            <a:off x="422609" y="3094675"/>
            <a:ext cx="1728600" cy="369300"/>
          </a:xfrm>
          <a:prstGeom prst="rect">
            <a:avLst/>
          </a:prstGeom>
        </p:spPr>
        <p:txBody>
          <a:bodyPr anchorCtr="0" anchor="t" bIns="0" lIns="0" spcFirstLastPara="1" rIns="0" wrap="square" tIns="0">
            <a:spAutoFit/>
          </a:bodyPr>
          <a:lstStyle>
            <a:lvl1pPr lvl="0">
              <a:spcBef>
                <a:spcPts val="0"/>
              </a:spcBef>
              <a:spcAft>
                <a:spcPts val="0"/>
              </a:spcAft>
              <a:buNone/>
              <a:defRPr sz="36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226" name="Google Shape;226;p29"/>
          <p:cNvSpPr txBox="1"/>
          <p:nvPr>
            <p:ph idx="5" type="title"/>
          </p:nvPr>
        </p:nvSpPr>
        <p:spPr>
          <a:xfrm>
            <a:off x="2614838" y="3094675"/>
            <a:ext cx="1728600" cy="369300"/>
          </a:xfrm>
          <a:prstGeom prst="rect">
            <a:avLst/>
          </a:prstGeom>
        </p:spPr>
        <p:txBody>
          <a:bodyPr anchorCtr="0" anchor="t" bIns="0" lIns="0" spcFirstLastPara="1" rIns="0" wrap="square" tIns="0">
            <a:spAutoFit/>
          </a:bodyPr>
          <a:lstStyle>
            <a:lvl1pPr lvl="0">
              <a:spcBef>
                <a:spcPts val="0"/>
              </a:spcBef>
              <a:spcAft>
                <a:spcPts val="0"/>
              </a:spcAft>
              <a:buNone/>
              <a:defRPr sz="36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227" name="Google Shape;227;p29"/>
          <p:cNvSpPr txBox="1"/>
          <p:nvPr>
            <p:ph idx="6" type="title"/>
          </p:nvPr>
        </p:nvSpPr>
        <p:spPr>
          <a:xfrm>
            <a:off x="4785550" y="3094675"/>
            <a:ext cx="1728600" cy="369300"/>
          </a:xfrm>
          <a:prstGeom prst="rect">
            <a:avLst/>
          </a:prstGeom>
        </p:spPr>
        <p:txBody>
          <a:bodyPr anchorCtr="0" anchor="t" bIns="91425" lIns="91425" spcFirstLastPara="1" rIns="91425" wrap="square" tIns="91425">
            <a:spAutoFit/>
          </a:bodyPr>
          <a:lstStyle>
            <a:lvl1pPr lvl="0">
              <a:spcBef>
                <a:spcPts val="0"/>
              </a:spcBef>
              <a:spcAft>
                <a:spcPts val="0"/>
              </a:spcAft>
              <a:buNone/>
              <a:defRPr sz="36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228" name="Google Shape;228;p29"/>
          <p:cNvSpPr txBox="1"/>
          <p:nvPr>
            <p:ph idx="7" type="title"/>
          </p:nvPr>
        </p:nvSpPr>
        <p:spPr>
          <a:xfrm>
            <a:off x="6956263" y="3094675"/>
            <a:ext cx="1728600" cy="369300"/>
          </a:xfrm>
          <a:prstGeom prst="rect">
            <a:avLst/>
          </a:prstGeom>
        </p:spPr>
        <p:txBody>
          <a:bodyPr anchorCtr="0" anchor="t" bIns="0" lIns="0" spcFirstLastPara="1" rIns="0" wrap="square" tIns="0">
            <a:spAutoFit/>
          </a:bodyPr>
          <a:lstStyle>
            <a:lvl1pPr lvl="0">
              <a:spcBef>
                <a:spcPts val="0"/>
              </a:spcBef>
              <a:spcAft>
                <a:spcPts val="0"/>
              </a:spcAft>
              <a:buNone/>
              <a:defRPr sz="36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229" name="Google Shape;229;p29"/>
          <p:cNvSpPr/>
          <p:nvPr/>
        </p:nvSpPr>
        <p:spPr>
          <a:xfrm>
            <a:off x="8141300" y="200278"/>
            <a:ext cx="823800" cy="198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0" name="Google Shape;230;p29"/>
          <p:cNvSpPr txBox="1"/>
          <p:nvPr>
            <p:ph idx="8"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231" name="Google Shape;231;p29"/>
          <p:cNvSpPr/>
          <p:nvPr/>
        </p:nvSpPr>
        <p:spPr>
          <a:xfrm>
            <a:off x="7643840" y="0"/>
            <a:ext cx="658800" cy="6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232" name="Google Shape;232;p29"/>
          <p:cNvSpPr/>
          <p:nvPr/>
        </p:nvSpPr>
        <p:spPr>
          <a:xfrm>
            <a:off x="7312266" y="887434"/>
            <a:ext cx="331500" cy="33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233" name="Google Shape;233;p29"/>
          <p:cNvSpPr/>
          <p:nvPr/>
        </p:nvSpPr>
        <p:spPr>
          <a:xfrm>
            <a:off x="8302516" y="377490"/>
            <a:ext cx="841500" cy="84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234" name="Google Shape;234;p29"/>
          <p:cNvSpPr/>
          <p:nvPr/>
        </p:nvSpPr>
        <p:spPr>
          <a:xfrm>
            <a:off x="8676264" y="751239"/>
            <a:ext cx="94200" cy="942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cxnSp>
        <p:nvCxnSpPr>
          <p:cNvPr id="235" name="Google Shape;235;p29"/>
          <p:cNvCxnSpPr>
            <a:stCxn id="234" idx="7"/>
            <a:endCxn id="231" idx="7"/>
          </p:cNvCxnSpPr>
          <p:nvPr/>
        </p:nvCxnSpPr>
        <p:spPr>
          <a:xfrm rot="10800000">
            <a:off x="8206169" y="96334"/>
            <a:ext cx="550500" cy="668700"/>
          </a:xfrm>
          <a:prstGeom prst="straightConnector1">
            <a:avLst/>
          </a:prstGeom>
          <a:noFill/>
          <a:ln cap="flat" cmpd="sng" w="9525">
            <a:solidFill>
              <a:schemeClr val="dk1"/>
            </a:solidFill>
            <a:prstDash val="solid"/>
            <a:round/>
            <a:headEnd len="med" w="med" type="none"/>
            <a:tailEnd len="med" w="med" type="none"/>
          </a:ln>
        </p:spPr>
      </p:cxnSp>
      <p:cxnSp>
        <p:nvCxnSpPr>
          <p:cNvPr id="236" name="Google Shape;236;p29"/>
          <p:cNvCxnSpPr>
            <a:stCxn id="234" idx="4"/>
          </p:cNvCxnSpPr>
          <p:nvPr/>
        </p:nvCxnSpPr>
        <p:spPr>
          <a:xfrm flipH="1">
            <a:off x="7517364" y="845439"/>
            <a:ext cx="1206000" cy="369600"/>
          </a:xfrm>
          <a:prstGeom prst="straightConnector1">
            <a:avLst/>
          </a:prstGeom>
          <a:noFill/>
          <a:ln cap="flat" cmpd="sng" w="9525">
            <a:solidFill>
              <a:schemeClr val="dk1"/>
            </a:solidFill>
            <a:prstDash val="solid"/>
            <a:round/>
            <a:headEnd len="med" w="med" type="none"/>
            <a:tailEnd len="med" w="med" type="none"/>
          </a:ln>
        </p:spPr>
      </p:cxnSp>
      <p:cxnSp>
        <p:nvCxnSpPr>
          <p:cNvPr id="237" name="Google Shape;237;p29"/>
          <p:cNvCxnSpPr/>
          <p:nvPr/>
        </p:nvCxnSpPr>
        <p:spPr>
          <a:xfrm flipH="1" rot="10800000">
            <a:off x="7323426" y="233734"/>
            <a:ext cx="335400" cy="759900"/>
          </a:xfrm>
          <a:prstGeom prst="straightConnector1">
            <a:avLst/>
          </a:prstGeom>
          <a:noFill/>
          <a:ln cap="flat" cmpd="sng" w="9525">
            <a:solidFill>
              <a:schemeClr val="dk1"/>
            </a:solidFill>
            <a:prstDash val="solid"/>
            <a:round/>
            <a:headEnd len="med" w="med" type="none"/>
            <a:tailEnd len="med" w="med" type="none"/>
          </a:ln>
        </p:spPr>
      </p:cxnSp>
      <p:sp>
        <p:nvSpPr>
          <p:cNvPr id="238" name="Google Shape;238;p29"/>
          <p:cNvSpPr txBox="1"/>
          <p:nvPr>
            <p:ph idx="9" type="body"/>
          </p:nvPr>
        </p:nvSpPr>
        <p:spPr>
          <a:xfrm>
            <a:off x="255975" y="1547275"/>
            <a:ext cx="3639600" cy="6183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4 content display">
  <p:cSld name="BLANK_1_1_1_1_1_1_1_1_1_1_1_2_1_2_1">
    <p:spTree>
      <p:nvGrpSpPr>
        <p:cNvPr id="239" name="Shape 239"/>
        <p:cNvGrpSpPr/>
        <p:nvPr/>
      </p:nvGrpSpPr>
      <p:grpSpPr>
        <a:xfrm>
          <a:off x="0" y="0"/>
          <a:ext cx="0" cy="0"/>
          <a:chOff x="0" y="0"/>
          <a:chExt cx="0" cy="0"/>
        </a:xfrm>
      </p:grpSpPr>
      <p:sp>
        <p:nvSpPr>
          <p:cNvPr id="240" name="Google Shape;240;p30"/>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cxnSp>
        <p:nvCxnSpPr>
          <p:cNvPr id="241" name="Google Shape;241;p30"/>
          <p:cNvCxnSpPr/>
          <p:nvPr/>
        </p:nvCxnSpPr>
        <p:spPr>
          <a:xfrm>
            <a:off x="0" y="1218975"/>
            <a:ext cx="9144000" cy="0"/>
          </a:xfrm>
          <a:prstGeom prst="straightConnector1">
            <a:avLst/>
          </a:prstGeom>
          <a:noFill/>
          <a:ln cap="flat" cmpd="sng" w="9525">
            <a:solidFill>
              <a:schemeClr val="dk1"/>
            </a:solidFill>
            <a:prstDash val="solid"/>
            <a:round/>
            <a:headEnd len="med" w="med" type="none"/>
            <a:tailEnd len="med" w="med" type="none"/>
          </a:ln>
        </p:spPr>
      </p:cxnSp>
      <p:sp>
        <p:nvSpPr>
          <p:cNvPr id="242" name="Google Shape;242;p30"/>
          <p:cNvSpPr txBox="1"/>
          <p:nvPr>
            <p:ph idx="1" type="body"/>
          </p:nvPr>
        </p:nvSpPr>
        <p:spPr>
          <a:xfrm>
            <a:off x="255975" y="1547275"/>
            <a:ext cx="3639600" cy="6183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243" name="Google Shape;243;p30"/>
          <p:cNvSpPr txBox="1"/>
          <p:nvPr>
            <p:ph idx="2" type="body"/>
          </p:nvPr>
        </p:nvSpPr>
        <p:spPr>
          <a:xfrm>
            <a:off x="4882425" y="1547275"/>
            <a:ext cx="3639600" cy="6183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244" name="Google Shape;244;p30"/>
          <p:cNvSpPr txBox="1"/>
          <p:nvPr>
            <p:ph idx="3" type="body"/>
          </p:nvPr>
        </p:nvSpPr>
        <p:spPr>
          <a:xfrm>
            <a:off x="3582350" y="3224900"/>
            <a:ext cx="3639600" cy="16581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245" name="Google Shape;245;p30"/>
          <p:cNvSpPr txBox="1"/>
          <p:nvPr>
            <p:ph idx="4" type="subTitle"/>
          </p:nvPr>
        </p:nvSpPr>
        <p:spPr>
          <a:xfrm>
            <a:off x="3582350" y="2987900"/>
            <a:ext cx="3639600" cy="164100"/>
          </a:xfrm>
          <a:prstGeom prst="rect">
            <a:avLst/>
          </a:prstGeom>
        </p:spPr>
        <p:txBody>
          <a:bodyPr anchorCtr="0" anchor="ctr" bIns="0" lIns="0" spcFirstLastPara="1" rIns="0" wrap="square" tIns="0">
            <a:noAutofit/>
          </a:bodyPr>
          <a:lstStyle>
            <a:lvl1pPr lvl="0" algn="l">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1pPr>
            <a:lvl2pPr lvl="1">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2pPr>
            <a:lvl3pPr lvl="2">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3pPr>
            <a:lvl4pPr lvl="3">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4pPr>
            <a:lvl5pPr lvl="4">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5pPr>
            <a:lvl6pPr lvl="5">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6pPr>
            <a:lvl7pPr lvl="6">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7pPr>
            <a:lvl8pPr lvl="7">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8pPr>
            <a:lvl9pPr lvl="8">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9pPr>
          </a:lstStyle>
          <a:p/>
        </p:txBody>
      </p:sp>
      <p:sp>
        <p:nvSpPr>
          <p:cNvPr id="246" name="Google Shape;246;p30"/>
          <p:cNvSpPr/>
          <p:nvPr>
            <p:ph idx="5" type="pic"/>
          </p:nvPr>
        </p:nvSpPr>
        <p:spPr>
          <a:xfrm>
            <a:off x="256025" y="2987900"/>
            <a:ext cx="3176400" cy="1904400"/>
          </a:xfrm>
          <a:prstGeom prst="rect">
            <a:avLst/>
          </a:prstGeom>
          <a:noFill/>
          <a:ln>
            <a:noFill/>
          </a:ln>
        </p:spPr>
      </p:sp>
      <p:sp>
        <p:nvSpPr>
          <p:cNvPr id="247" name="Google Shape;247;p30"/>
          <p:cNvSpPr txBox="1"/>
          <p:nvPr>
            <p:ph idx="6"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SzPts val="800"/>
              <a:buFont typeface="Montserrat"/>
              <a:buNone/>
              <a:defRPr/>
            </a:lvl1pPr>
            <a:lvl2pPr lvl="1">
              <a:spcBef>
                <a:spcPts val="0"/>
              </a:spcBef>
              <a:spcAft>
                <a:spcPts val="0"/>
              </a:spcAft>
              <a:buSzPts val="800"/>
              <a:buFont typeface="Montserrat"/>
              <a:buNone/>
              <a:defRPr/>
            </a:lvl2pPr>
            <a:lvl3pPr lvl="2">
              <a:spcBef>
                <a:spcPts val="0"/>
              </a:spcBef>
              <a:spcAft>
                <a:spcPts val="0"/>
              </a:spcAft>
              <a:buSzPts val="800"/>
              <a:buFont typeface="Montserrat"/>
              <a:buNone/>
              <a:defRPr/>
            </a:lvl3pPr>
            <a:lvl4pPr lvl="3">
              <a:spcBef>
                <a:spcPts val="0"/>
              </a:spcBef>
              <a:spcAft>
                <a:spcPts val="0"/>
              </a:spcAft>
              <a:buSzPts val="800"/>
              <a:buFont typeface="Montserrat"/>
              <a:buNone/>
              <a:defRPr/>
            </a:lvl4pPr>
            <a:lvl5pPr lvl="4">
              <a:spcBef>
                <a:spcPts val="0"/>
              </a:spcBef>
              <a:spcAft>
                <a:spcPts val="0"/>
              </a:spcAft>
              <a:buSzPts val="800"/>
              <a:buFont typeface="Montserrat"/>
              <a:buNone/>
              <a:defRPr/>
            </a:lvl5pPr>
            <a:lvl6pPr lvl="5">
              <a:spcBef>
                <a:spcPts val="0"/>
              </a:spcBef>
              <a:spcAft>
                <a:spcPts val="0"/>
              </a:spcAft>
              <a:buSzPts val="800"/>
              <a:buFont typeface="Montserrat"/>
              <a:buNone/>
              <a:defRPr/>
            </a:lvl6pPr>
            <a:lvl7pPr lvl="6">
              <a:spcBef>
                <a:spcPts val="0"/>
              </a:spcBef>
              <a:spcAft>
                <a:spcPts val="0"/>
              </a:spcAft>
              <a:buSzPts val="800"/>
              <a:buFont typeface="Montserrat"/>
              <a:buNone/>
              <a:defRPr/>
            </a:lvl7pPr>
            <a:lvl8pPr lvl="7">
              <a:spcBef>
                <a:spcPts val="0"/>
              </a:spcBef>
              <a:spcAft>
                <a:spcPts val="0"/>
              </a:spcAft>
              <a:buSzPts val="800"/>
              <a:buFont typeface="Montserrat"/>
              <a:buNone/>
              <a:defRPr/>
            </a:lvl8pPr>
            <a:lvl9pPr lvl="8">
              <a:spcBef>
                <a:spcPts val="0"/>
              </a:spcBef>
              <a:spcAft>
                <a:spcPts val="0"/>
              </a:spcAft>
              <a:buSzPts val="800"/>
              <a:buFont typeface="Montserrat"/>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display with image">
  <p:cSld name="BLANK_1_1_1_1_1_1_1_1_1_1_1_2_1_2_1_1">
    <p:bg>
      <p:bgPr>
        <a:solidFill>
          <a:schemeClr val="lt1"/>
        </a:solidFill>
      </p:bgPr>
    </p:bg>
    <p:spTree>
      <p:nvGrpSpPr>
        <p:cNvPr id="248" name="Shape 248"/>
        <p:cNvGrpSpPr/>
        <p:nvPr/>
      </p:nvGrpSpPr>
      <p:grpSpPr>
        <a:xfrm>
          <a:off x="0" y="0"/>
          <a:ext cx="0" cy="0"/>
          <a:chOff x="0" y="0"/>
          <a:chExt cx="0" cy="0"/>
        </a:xfrm>
      </p:grpSpPr>
      <p:sp>
        <p:nvSpPr>
          <p:cNvPr id="249" name="Google Shape;249;p31"/>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250" name="Google Shape;250;p31"/>
          <p:cNvSpPr/>
          <p:nvPr>
            <p:ph idx="2" type="pic"/>
          </p:nvPr>
        </p:nvSpPr>
        <p:spPr>
          <a:xfrm>
            <a:off x="6565675" y="6375"/>
            <a:ext cx="2578200" cy="5143500"/>
          </a:xfrm>
          <a:prstGeom prst="rect">
            <a:avLst/>
          </a:prstGeom>
          <a:noFill/>
          <a:ln>
            <a:noFill/>
          </a:ln>
        </p:spPr>
      </p:sp>
      <p:sp>
        <p:nvSpPr>
          <p:cNvPr id="251" name="Google Shape;251;p31"/>
          <p:cNvSpPr txBox="1"/>
          <p:nvPr>
            <p:ph idx="1" type="body"/>
          </p:nvPr>
        </p:nvSpPr>
        <p:spPr>
          <a:xfrm>
            <a:off x="256600" y="1672900"/>
            <a:ext cx="1881600" cy="7758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252" name="Google Shape;252;p31"/>
          <p:cNvSpPr txBox="1"/>
          <p:nvPr>
            <p:ph idx="3" type="title"/>
          </p:nvPr>
        </p:nvSpPr>
        <p:spPr>
          <a:xfrm>
            <a:off x="256600" y="1383825"/>
            <a:ext cx="1881600" cy="1896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1200">
                <a:latin typeface="Montserrat"/>
                <a:ea typeface="Montserrat"/>
                <a:cs typeface="Montserrat"/>
                <a:sym typeface="Montserrat"/>
              </a:defRPr>
            </a:lvl1pPr>
            <a:lvl2pPr lvl="1">
              <a:lnSpc>
                <a:spcPct val="115000"/>
              </a:lnSpc>
              <a:spcBef>
                <a:spcPts val="0"/>
              </a:spcBef>
              <a:spcAft>
                <a:spcPts val="0"/>
              </a:spcAft>
              <a:buNone/>
              <a:defRPr sz="1200">
                <a:latin typeface="Montserrat"/>
                <a:ea typeface="Montserrat"/>
                <a:cs typeface="Montserrat"/>
                <a:sym typeface="Montserrat"/>
              </a:defRPr>
            </a:lvl2pPr>
            <a:lvl3pPr lvl="2">
              <a:lnSpc>
                <a:spcPct val="115000"/>
              </a:lnSpc>
              <a:spcBef>
                <a:spcPts val="0"/>
              </a:spcBef>
              <a:spcAft>
                <a:spcPts val="0"/>
              </a:spcAft>
              <a:buNone/>
              <a:defRPr sz="1200">
                <a:latin typeface="Montserrat"/>
                <a:ea typeface="Montserrat"/>
                <a:cs typeface="Montserrat"/>
                <a:sym typeface="Montserrat"/>
              </a:defRPr>
            </a:lvl3pPr>
            <a:lvl4pPr lvl="3">
              <a:lnSpc>
                <a:spcPct val="115000"/>
              </a:lnSpc>
              <a:spcBef>
                <a:spcPts val="0"/>
              </a:spcBef>
              <a:spcAft>
                <a:spcPts val="0"/>
              </a:spcAft>
              <a:buNone/>
              <a:defRPr sz="1200">
                <a:latin typeface="Montserrat"/>
                <a:ea typeface="Montserrat"/>
                <a:cs typeface="Montserrat"/>
                <a:sym typeface="Montserrat"/>
              </a:defRPr>
            </a:lvl4pPr>
            <a:lvl5pPr lvl="4">
              <a:lnSpc>
                <a:spcPct val="115000"/>
              </a:lnSpc>
              <a:spcBef>
                <a:spcPts val="0"/>
              </a:spcBef>
              <a:spcAft>
                <a:spcPts val="0"/>
              </a:spcAft>
              <a:buNone/>
              <a:defRPr sz="1200">
                <a:latin typeface="Montserrat"/>
                <a:ea typeface="Montserrat"/>
                <a:cs typeface="Montserrat"/>
                <a:sym typeface="Montserrat"/>
              </a:defRPr>
            </a:lvl5pPr>
            <a:lvl6pPr lvl="5">
              <a:lnSpc>
                <a:spcPct val="115000"/>
              </a:lnSpc>
              <a:spcBef>
                <a:spcPts val="0"/>
              </a:spcBef>
              <a:spcAft>
                <a:spcPts val="0"/>
              </a:spcAft>
              <a:buNone/>
              <a:defRPr sz="1200">
                <a:latin typeface="Montserrat"/>
                <a:ea typeface="Montserrat"/>
                <a:cs typeface="Montserrat"/>
                <a:sym typeface="Montserrat"/>
              </a:defRPr>
            </a:lvl6pPr>
            <a:lvl7pPr lvl="6">
              <a:lnSpc>
                <a:spcPct val="115000"/>
              </a:lnSpc>
              <a:spcBef>
                <a:spcPts val="0"/>
              </a:spcBef>
              <a:spcAft>
                <a:spcPts val="0"/>
              </a:spcAft>
              <a:buNone/>
              <a:defRPr sz="1200">
                <a:latin typeface="Montserrat"/>
                <a:ea typeface="Montserrat"/>
                <a:cs typeface="Montserrat"/>
                <a:sym typeface="Montserrat"/>
              </a:defRPr>
            </a:lvl7pPr>
            <a:lvl8pPr lvl="7">
              <a:lnSpc>
                <a:spcPct val="115000"/>
              </a:lnSpc>
              <a:spcBef>
                <a:spcPts val="0"/>
              </a:spcBef>
              <a:spcAft>
                <a:spcPts val="0"/>
              </a:spcAft>
              <a:buNone/>
              <a:defRPr sz="1200">
                <a:latin typeface="Montserrat"/>
                <a:ea typeface="Montserrat"/>
                <a:cs typeface="Montserrat"/>
                <a:sym typeface="Montserrat"/>
              </a:defRPr>
            </a:lvl8pPr>
            <a:lvl9pPr lvl="8">
              <a:lnSpc>
                <a:spcPct val="115000"/>
              </a:lnSpc>
              <a:spcBef>
                <a:spcPts val="0"/>
              </a:spcBef>
              <a:spcAft>
                <a:spcPts val="0"/>
              </a:spcAft>
              <a:buNone/>
              <a:defRPr sz="1200">
                <a:latin typeface="Montserrat"/>
                <a:ea typeface="Montserrat"/>
                <a:cs typeface="Montserrat"/>
                <a:sym typeface="Montserrat"/>
              </a:defRPr>
            </a:lvl9pPr>
          </a:lstStyle>
          <a:p/>
        </p:txBody>
      </p:sp>
      <p:sp>
        <p:nvSpPr>
          <p:cNvPr id="253" name="Google Shape;253;p31"/>
          <p:cNvSpPr txBox="1"/>
          <p:nvPr>
            <p:ph idx="4" type="body"/>
          </p:nvPr>
        </p:nvSpPr>
        <p:spPr>
          <a:xfrm>
            <a:off x="256600" y="3630275"/>
            <a:ext cx="1881600" cy="7758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254" name="Google Shape;254;p31"/>
          <p:cNvSpPr txBox="1"/>
          <p:nvPr>
            <p:ph idx="5" type="title"/>
          </p:nvPr>
        </p:nvSpPr>
        <p:spPr>
          <a:xfrm>
            <a:off x="256600" y="3341200"/>
            <a:ext cx="1881600" cy="1896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1200">
                <a:latin typeface="Montserrat"/>
                <a:ea typeface="Montserrat"/>
                <a:cs typeface="Montserrat"/>
                <a:sym typeface="Montserrat"/>
              </a:defRPr>
            </a:lvl1pPr>
            <a:lvl2pPr lvl="1">
              <a:lnSpc>
                <a:spcPct val="115000"/>
              </a:lnSpc>
              <a:spcBef>
                <a:spcPts val="0"/>
              </a:spcBef>
              <a:spcAft>
                <a:spcPts val="0"/>
              </a:spcAft>
              <a:buNone/>
              <a:defRPr sz="1200">
                <a:latin typeface="Montserrat"/>
                <a:ea typeface="Montserrat"/>
                <a:cs typeface="Montserrat"/>
                <a:sym typeface="Montserrat"/>
              </a:defRPr>
            </a:lvl2pPr>
            <a:lvl3pPr lvl="2">
              <a:lnSpc>
                <a:spcPct val="115000"/>
              </a:lnSpc>
              <a:spcBef>
                <a:spcPts val="0"/>
              </a:spcBef>
              <a:spcAft>
                <a:spcPts val="0"/>
              </a:spcAft>
              <a:buNone/>
              <a:defRPr sz="1200">
                <a:latin typeface="Montserrat"/>
                <a:ea typeface="Montserrat"/>
                <a:cs typeface="Montserrat"/>
                <a:sym typeface="Montserrat"/>
              </a:defRPr>
            </a:lvl3pPr>
            <a:lvl4pPr lvl="3">
              <a:lnSpc>
                <a:spcPct val="115000"/>
              </a:lnSpc>
              <a:spcBef>
                <a:spcPts val="0"/>
              </a:spcBef>
              <a:spcAft>
                <a:spcPts val="0"/>
              </a:spcAft>
              <a:buNone/>
              <a:defRPr sz="1200">
                <a:latin typeface="Montserrat"/>
                <a:ea typeface="Montserrat"/>
                <a:cs typeface="Montserrat"/>
                <a:sym typeface="Montserrat"/>
              </a:defRPr>
            </a:lvl4pPr>
            <a:lvl5pPr lvl="4">
              <a:lnSpc>
                <a:spcPct val="115000"/>
              </a:lnSpc>
              <a:spcBef>
                <a:spcPts val="0"/>
              </a:spcBef>
              <a:spcAft>
                <a:spcPts val="0"/>
              </a:spcAft>
              <a:buNone/>
              <a:defRPr sz="1200">
                <a:latin typeface="Montserrat"/>
                <a:ea typeface="Montserrat"/>
                <a:cs typeface="Montserrat"/>
                <a:sym typeface="Montserrat"/>
              </a:defRPr>
            </a:lvl5pPr>
            <a:lvl6pPr lvl="5">
              <a:lnSpc>
                <a:spcPct val="115000"/>
              </a:lnSpc>
              <a:spcBef>
                <a:spcPts val="0"/>
              </a:spcBef>
              <a:spcAft>
                <a:spcPts val="0"/>
              </a:spcAft>
              <a:buNone/>
              <a:defRPr sz="1200">
                <a:latin typeface="Montserrat"/>
                <a:ea typeface="Montserrat"/>
                <a:cs typeface="Montserrat"/>
                <a:sym typeface="Montserrat"/>
              </a:defRPr>
            </a:lvl6pPr>
            <a:lvl7pPr lvl="6">
              <a:lnSpc>
                <a:spcPct val="115000"/>
              </a:lnSpc>
              <a:spcBef>
                <a:spcPts val="0"/>
              </a:spcBef>
              <a:spcAft>
                <a:spcPts val="0"/>
              </a:spcAft>
              <a:buNone/>
              <a:defRPr sz="1200">
                <a:latin typeface="Montserrat"/>
                <a:ea typeface="Montserrat"/>
                <a:cs typeface="Montserrat"/>
                <a:sym typeface="Montserrat"/>
              </a:defRPr>
            </a:lvl7pPr>
            <a:lvl8pPr lvl="7">
              <a:lnSpc>
                <a:spcPct val="115000"/>
              </a:lnSpc>
              <a:spcBef>
                <a:spcPts val="0"/>
              </a:spcBef>
              <a:spcAft>
                <a:spcPts val="0"/>
              </a:spcAft>
              <a:buNone/>
              <a:defRPr sz="1200">
                <a:latin typeface="Montserrat"/>
                <a:ea typeface="Montserrat"/>
                <a:cs typeface="Montserrat"/>
                <a:sym typeface="Montserrat"/>
              </a:defRPr>
            </a:lvl8pPr>
            <a:lvl9pPr lvl="8">
              <a:lnSpc>
                <a:spcPct val="115000"/>
              </a:lnSpc>
              <a:spcBef>
                <a:spcPts val="0"/>
              </a:spcBef>
              <a:spcAft>
                <a:spcPts val="0"/>
              </a:spcAft>
              <a:buNone/>
              <a:defRPr sz="1200">
                <a:latin typeface="Montserrat"/>
                <a:ea typeface="Montserrat"/>
                <a:cs typeface="Montserrat"/>
                <a:sym typeface="Montserrat"/>
              </a:defRPr>
            </a:lvl9pPr>
          </a:lstStyle>
          <a:p/>
        </p:txBody>
      </p:sp>
      <p:sp>
        <p:nvSpPr>
          <p:cNvPr id="255" name="Google Shape;255;p31"/>
          <p:cNvSpPr txBox="1"/>
          <p:nvPr>
            <p:ph idx="6" type="body"/>
          </p:nvPr>
        </p:nvSpPr>
        <p:spPr>
          <a:xfrm>
            <a:off x="2582375" y="1672900"/>
            <a:ext cx="1881600" cy="7758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256" name="Google Shape;256;p31"/>
          <p:cNvSpPr txBox="1"/>
          <p:nvPr>
            <p:ph idx="7" type="title"/>
          </p:nvPr>
        </p:nvSpPr>
        <p:spPr>
          <a:xfrm>
            <a:off x="2582375" y="1383825"/>
            <a:ext cx="1881600" cy="1896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1200">
                <a:latin typeface="Montserrat"/>
                <a:ea typeface="Montserrat"/>
                <a:cs typeface="Montserrat"/>
                <a:sym typeface="Montserrat"/>
              </a:defRPr>
            </a:lvl1pPr>
            <a:lvl2pPr lvl="1">
              <a:lnSpc>
                <a:spcPct val="115000"/>
              </a:lnSpc>
              <a:spcBef>
                <a:spcPts val="0"/>
              </a:spcBef>
              <a:spcAft>
                <a:spcPts val="0"/>
              </a:spcAft>
              <a:buNone/>
              <a:defRPr sz="1200">
                <a:latin typeface="Montserrat"/>
                <a:ea typeface="Montserrat"/>
                <a:cs typeface="Montserrat"/>
                <a:sym typeface="Montserrat"/>
              </a:defRPr>
            </a:lvl2pPr>
            <a:lvl3pPr lvl="2">
              <a:lnSpc>
                <a:spcPct val="115000"/>
              </a:lnSpc>
              <a:spcBef>
                <a:spcPts val="0"/>
              </a:spcBef>
              <a:spcAft>
                <a:spcPts val="0"/>
              </a:spcAft>
              <a:buNone/>
              <a:defRPr sz="1200">
                <a:latin typeface="Montserrat"/>
                <a:ea typeface="Montserrat"/>
                <a:cs typeface="Montserrat"/>
                <a:sym typeface="Montserrat"/>
              </a:defRPr>
            </a:lvl3pPr>
            <a:lvl4pPr lvl="3">
              <a:lnSpc>
                <a:spcPct val="115000"/>
              </a:lnSpc>
              <a:spcBef>
                <a:spcPts val="0"/>
              </a:spcBef>
              <a:spcAft>
                <a:spcPts val="0"/>
              </a:spcAft>
              <a:buNone/>
              <a:defRPr sz="1200">
                <a:latin typeface="Montserrat"/>
                <a:ea typeface="Montserrat"/>
                <a:cs typeface="Montserrat"/>
                <a:sym typeface="Montserrat"/>
              </a:defRPr>
            </a:lvl4pPr>
            <a:lvl5pPr lvl="4">
              <a:lnSpc>
                <a:spcPct val="115000"/>
              </a:lnSpc>
              <a:spcBef>
                <a:spcPts val="0"/>
              </a:spcBef>
              <a:spcAft>
                <a:spcPts val="0"/>
              </a:spcAft>
              <a:buNone/>
              <a:defRPr sz="1200">
                <a:latin typeface="Montserrat"/>
                <a:ea typeface="Montserrat"/>
                <a:cs typeface="Montserrat"/>
                <a:sym typeface="Montserrat"/>
              </a:defRPr>
            </a:lvl5pPr>
            <a:lvl6pPr lvl="5">
              <a:lnSpc>
                <a:spcPct val="115000"/>
              </a:lnSpc>
              <a:spcBef>
                <a:spcPts val="0"/>
              </a:spcBef>
              <a:spcAft>
                <a:spcPts val="0"/>
              </a:spcAft>
              <a:buNone/>
              <a:defRPr sz="1200">
                <a:latin typeface="Montserrat"/>
                <a:ea typeface="Montserrat"/>
                <a:cs typeface="Montserrat"/>
                <a:sym typeface="Montserrat"/>
              </a:defRPr>
            </a:lvl6pPr>
            <a:lvl7pPr lvl="6">
              <a:lnSpc>
                <a:spcPct val="115000"/>
              </a:lnSpc>
              <a:spcBef>
                <a:spcPts val="0"/>
              </a:spcBef>
              <a:spcAft>
                <a:spcPts val="0"/>
              </a:spcAft>
              <a:buNone/>
              <a:defRPr sz="1200">
                <a:latin typeface="Montserrat"/>
                <a:ea typeface="Montserrat"/>
                <a:cs typeface="Montserrat"/>
                <a:sym typeface="Montserrat"/>
              </a:defRPr>
            </a:lvl7pPr>
            <a:lvl8pPr lvl="7">
              <a:lnSpc>
                <a:spcPct val="115000"/>
              </a:lnSpc>
              <a:spcBef>
                <a:spcPts val="0"/>
              </a:spcBef>
              <a:spcAft>
                <a:spcPts val="0"/>
              </a:spcAft>
              <a:buNone/>
              <a:defRPr sz="1200">
                <a:latin typeface="Montserrat"/>
                <a:ea typeface="Montserrat"/>
                <a:cs typeface="Montserrat"/>
                <a:sym typeface="Montserrat"/>
              </a:defRPr>
            </a:lvl8pPr>
            <a:lvl9pPr lvl="8">
              <a:lnSpc>
                <a:spcPct val="115000"/>
              </a:lnSpc>
              <a:spcBef>
                <a:spcPts val="0"/>
              </a:spcBef>
              <a:spcAft>
                <a:spcPts val="0"/>
              </a:spcAft>
              <a:buNone/>
              <a:defRPr sz="1200">
                <a:latin typeface="Montserrat"/>
                <a:ea typeface="Montserrat"/>
                <a:cs typeface="Montserrat"/>
                <a:sym typeface="Montserrat"/>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WOT analysis">
  <p:cSld name="BLANK_1_1_1_1_1_1_1_1_1_1_1_2_1_2_1_1_1">
    <p:bg>
      <p:bgPr>
        <a:solidFill>
          <a:schemeClr val="dk2"/>
        </a:solidFill>
      </p:bgPr>
    </p:bg>
    <p:spTree>
      <p:nvGrpSpPr>
        <p:cNvPr id="257" name="Shape 257"/>
        <p:cNvGrpSpPr/>
        <p:nvPr/>
      </p:nvGrpSpPr>
      <p:grpSpPr>
        <a:xfrm>
          <a:off x="0" y="0"/>
          <a:ext cx="0" cy="0"/>
          <a:chOff x="0" y="0"/>
          <a:chExt cx="0" cy="0"/>
        </a:xfrm>
      </p:grpSpPr>
      <p:sp>
        <p:nvSpPr>
          <p:cNvPr id="258" name="Google Shape;258;p32"/>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259" name="Google Shape;259;p32"/>
          <p:cNvSpPr/>
          <p:nvPr/>
        </p:nvSpPr>
        <p:spPr>
          <a:xfrm flipH="1" rot="10800000">
            <a:off x="5434850" y="1434600"/>
            <a:ext cx="3709200" cy="3708900"/>
          </a:xfrm>
          <a:prstGeom prst="rect">
            <a:avLst/>
          </a:prstGeom>
          <a:gradFill>
            <a:gsLst>
              <a:gs pos="0">
                <a:schemeClr val="accent1"/>
              </a:gs>
              <a:gs pos="72000">
                <a:schemeClr val="accent3"/>
              </a:gs>
              <a:gs pos="100000">
                <a:schemeClr val="accent3"/>
              </a:gs>
            </a:gsLst>
            <a:path path="circle">
              <a:fillToRect b="100%" l="100%" r="0%" t="0%"/>
            </a:path>
            <a:tileRect b="0%" l="0%" r="-10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260" name="Google Shape;260;p32"/>
          <p:cNvSpPr txBox="1"/>
          <p:nvPr>
            <p:ph idx="1" type="body"/>
          </p:nvPr>
        </p:nvSpPr>
        <p:spPr>
          <a:xfrm>
            <a:off x="566475" y="1548175"/>
            <a:ext cx="3639600" cy="8859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261" name="Google Shape;261;p32"/>
          <p:cNvSpPr txBox="1"/>
          <p:nvPr>
            <p:ph idx="2" type="title"/>
          </p:nvPr>
        </p:nvSpPr>
        <p:spPr>
          <a:xfrm>
            <a:off x="566475" y="1226825"/>
            <a:ext cx="3639600" cy="1896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a:latin typeface="Montserrat"/>
                <a:ea typeface="Montserrat"/>
                <a:cs typeface="Montserrat"/>
                <a:sym typeface="Montserrat"/>
              </a:defRPr>
            </a:lvl1pPr>
            <a:lvl2pPr lvl="1">
              <a:lnSpc>
                <a:spcPct val="115000"/>
              </a:lnSpc>
              <a:spcBef>
                <a:spcPts val="0"/>
              </a:spcBef>
              <a:spcAft>
                <a:spcPts val="0"/>
              </a:spcAft>
              <a:buNone/>
              <a:defRPr>
                <a:latin typeface="Montserrat"/>
                <a:ea typeface="Montserrat"/>
                <a:cs typeface="Montserrat"/>
                <a:sym typeface="Montserrat"/>
              </a:defRPr>
            </a:lvl2pPr>
            <a:lvl3pPr lvl="2">
              <a:lnSpc>
                <a:spcPct val="115000"/>
              </a:lnSpc>
              <a:spcBef>
                <a:spcPts val="0"/>
              </a:spcBef>
              <a:spcAft>
                <a:spcPts val="0"/>
              </a:spcAft>
              <a:buNone/>
              <a:defRPr>
                <a:latin typeface="Montserrat"/>
                <a:ea typeface="Montserrat"/>
                <a:cs typeface="Montserrat"/>
                <a:sym typeface="Montserrat"/>
              </a:defRPr>
            </a:lvl3pPr>
            <a:lvl4pPr lvl="3">
              <a:lnSpc>
                <a:spcPct val="115000"/>
              </a:lnSpc>
              <a:spcBef>
                <a:spcPts val="0"/>
              </a:spcBef>
              <a:spcAft>
                <a:spcPts val="0"/>
              </a:spcAft>
              <a:buNone/>
              <a:defRPr>
                <a:latin typeface="Montserrat"/>
                <a:ea typeface="Montserrat"/>
                <a:cs typeface="Montserrat"/>
                <a:sym typeface="Montserrat"/>
              </a:defRPr>
            </a:lvl4pPr>
            <a:lvl5pPr lvl="4">
              <a:lnSpc>
                <a:spcPct val="115000"/>
              </a:lnSpc>
              <a:spcBef>
                <a:spcPts val="0"/>
              </a:spcBef>
              <a:spcAft>
                <a:spcPts val="0"/>
              </a:spcAft>
              <a:buNone/>
              <a:defRPr>
                <a:latin typeface="Montserrat"/>
                <a:ea typeface="Montserrat"/>
                <a:cs typeface="Montserrat"/>
                <a:sym typeface="Montserrat"/>
              </a:defRPr>
            </a:lvl5pPr>
            <a:lvl6pPr lvl="5">
              <a:lnSpc>
                <a:spcPct val="115000"/>
              </a:lnSpc>
              <a:spcBef>
                <a:spcPts val="0"/>
              </a:spcBef>
              <a:spcAft>
                <a:spcPts val="0"/>
              </a:spcAft>
              <a:buNone/>
              <a:defRPr>
                <a:latin typeface="Montserrat"/>
                <a:ea typeface="Montserrat"/>
                <a:cs typeface="Montserrat"/>
                <a:sym typeface="Montserrat"/>
              </a:defRPr>
            </a:lvl6pPr>
            <a:lvl7pPr lvl="6">
              <a:lnSpc>
                <a:spcPct val="115000"/>
              </a:lnSpc>
              <a:spcBef>
                <a:spcPts val="0"/>
              </a:spcBef>
              <a:spcAft>
                <a:spcPts val="0"/>
              </a:spcAft>
              <a:buNone/>
              <a:defRPr>
                <a:latin typeface="Montserrat"/>
                <a:ea typeface="Montserrat"/>
                <a:cs typeface="Montserrat"/>
                <a:sym typeface="Montserrat"/>
              </a:defRPr>
            </a:lvl7pPr>
            <a:lvl8pPr lvl="7">
              <a:lnSpc>
                <a:spcPct val="115000"/>
              </a:lnSpc>
              <a:spcBef>
                <a:spcPts val="0"/>
              </a:spcBef>
              <a:spcAft>
                <a:spcPts val="0"/>
              </a:spcAft>
              <a:buNone/>
              <a:defRPr>
                <a:latin typeface="Montserrat"/>
                <a:ea typeface="Montserrat"/>
                <a:cs typeface="Montserrat"/>
                <a:sym typeface="Montserrat"/>
              </a:defRPr>
            </a:lvl8pPr>
            <a:lvl9pPr lvl="8">
              <a:lnSpc>
                <a:spcPct val="115000"/>
              </a:lnSpc>
              <a:spcBef>
                <a:spcPts val="0"/>
              </a:spcBef>
              <a:spcAft>
                <a:spcPts val="0"/>
              </a:spcAft>
              <a:buNone/>
              <a:defRPr>
                <a:latin typeface="Montserrat"/>
                <a:ea typeface="Montserrat"/>
                <a:cs typeface="Montserrat"/>
                <a:sym typeface="Montserrat"/>
              </a:defRPr>
            </a:lvl9pPr>
          </a:lstStyle>
          <a:p/>
        </p:txBody>
      </p:sp>
      <p:sp>
        <p:nvSpPr>
          <p:cNvPr id="262" name="Google Shape;262;p32"/>
          <p:cNvSpPr txBox="1"/>
          <p:nvPr>
            <p:ph idx="3" type="body"/>
          </p:nvPr>
        </p:nvSpPr>
        <p:spPr>
          <a:xfrm>
            <a:off x="4937950" y="1548175"/>
            <a:ext cx="3639600" cy="8859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263" name="Google Shape;263;p32"/>
          <p:cNvSpPr txBox="1"/>
          <p:nvPr>
            <p:ph idx="4" type="title"/>
          </p:nvPr>
        </p:nvSpPr>
        <p:spPr>
          <a:xfrm>
            <a:off x="4937950" y="1226825"/>
            <a:ext cx="3639600" cy="1896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a:latin typeface="Montserrat"/>
                <a:ea typeface="Montserrat"/>
                <a:cs typeface="Montserrat"/>
                <a:sym typeface="Montserrat"/>
              </a:defRPr>
            </a:lvl1pPr>
            <a:lvl2pPr lvl="1">
              <a:lnSpc>
                <a:spcPct val="115000"/>
              </a:lnSpc>
              <a:spcBef>
                <a:spcPts val="0"/>
              </a:spcBef>
              <a:spcAft>
                <a:spcPts val="0"/>
              </a:spcAft>
              <a:buNone/>
              <a:defRPr>
                <a:latin typeface="Montserrat"/>
                <a:ea typeface="Montserrat"/>
                <a:cs typeface="Montserrat"/>
                <a:sym typeface="Montserrat"/>
              </a:defRPr>
            </a:lvl2pPr>
            <a:lvl3pPr lvl="2">
              <a:lnSpc>
                <a:spcPct val="115000"/>
              </a:lnSpc>
              <a:spcBef>
                <a:spcPts val="0"/>
              </a:spcBef>
              <a:spcAft>
                <a:spcPts val="0"/>
              </a:spcAft>
              <a:buNone/>
              <a:defRPr>
                <a:latin typeface="Montserrat"/>
                <a:ea typeface="Montserrat"/>
                <a:cs typeface="Montserrat"/>
                <a:sym typeface="Montserrat"/>
              </a:defRPr>
            </a:lvl3pPr>
            <a:lvl4pPr lvl="3">
              <a:lnSpc>
                <a:spcPct val="115000"/>
              </a:lnSpc>
              <a:spcBef>
                <a:spcPts val="0"/>
              </a:spcBef>
              <a:spcAft>
                <a:spcPts val="0"/>
              </a:spcAft>
              <a:buNone/>
              <a:defRPr>
                <a:latin typeface="Montserrat"/>
                <a:ea typeface="Montserrat"/>
                <a:cs typeface="Montserrat"/>
                <a:sym typeface="Montserrat"/>
              </a:defRPr>
            </a:lvl4pPr>
            <a:lvl5pPr lvl="4">
              <a:lnSpc>
                <a:spcPct val="115000"/>
              </a:lnSpc>
              <a:spcBef>
                <a:spcPts val="0"/>
              </a:spcBef>
              <a:spcAft>
                <a:spcPts val="0"/>
              </a:spcAft>
              <a:buNone/>
              <a:defRPr>
                <a:latin typeface="Montserrat"/>
                <a:ea typeface="Montserrat"/>
                <a:cs typeface="Montserrat"/>
                <a:sym typeface="Montserrat"/>
              </a:defRPr>
            </a:lvl5pPr>
            <a:lvl6pPr lvl="5">
              <a:lnSpc>
                <a:spcPct val="115000"/>
              </a:lnSpc>
              <a:spcBef>
                <a:spcPts val="0"/>
              </a:spcBef>
              <a:spcAft>
                <a:spcPts val="0"/>
              </a:spcAft>
              <a:buNone/>
              <a:defRPr>
                <a:latin typeface="Montserrat"/>
                <a:ea typeface="Montserrat"/>
                <a:cs typeface="Montserrat"/>
                <a:sym typeface="Montserrat"/>
              </a:defRPr>
            </a:lvl6pPr>
            <a:lvl7pPr lvl="6">
              <a:lnSpc>
                <a:spcPct val="115000"/>
              </a:lnSpc>
              <a:spcBef>
                <a:spcPts val="0"/>
              </a:spcBef>
              <a:spcAft>
                <a:spcPts val="0"/>
              </a:spcAft>
              <a:buNone/>
              <a:defRPr>
                <a:latin typeface="Montserrat"/>
                <a:ea typeface="Montserrat"/>
                <a:cs typeface="Montserrat"/>
                <a:sym typeface="Montserrat"/>
              </a:defRPr>
            </a:lvl7pPr>
            <a:lvl8pPr lvl="7">
              <a:lnSpc>
                <a:spcPct val="115000"/>
              </a:lnSpc>
              <a:spcBef>
                <a:spcPts val="0"/>
              </a:spcBef>
              <a:spcAft>
                <a:spcPts val="0"/>
              </a:spcAft>
              <a:buNone/>
              <a:defRPr>
                <a:latin typeface="Montserrat"/>
                <a:ea typeface="Montserrat"/>
                <a:cs typeface="Montserrat"/>
                <a:sym typeface="Montserrat"/>
              </a:defRPr>
            </a:lvl8pPr>
            <a:lvl9pPr lvl="8">
              <a:lnSpc>
                <a:spcPct val="115000"/>
              </a:lnSpc>
              <a:spcBef>
                <a:spcPts val="0"/>
              </a:spcBef>
              <a:spcAft>
                <a:spcPts val="0"/>
              </a:spcAft>
              <a:buNone/>
              <a:defRPr>
                <a:latin typeface="Montserrat"/>
                <a:ea typeface="Montserrat"/>
                <a:cs typeface="Montserrat"/>
                <a:sym typeface="Montserrat"/>
              </a:defRPr>
            </a:lvl9pPr>
          </a:lstStyle>
          <a:p/>
        </p:txBody>
      </p:sp>
      <p:sp>
        <p:nvSpPr>
          <p:cNvPr id="264" name="Google Shape;264;p32"/>
          <p:cNvSpPr txBox="1"/>
          <p:nvPr>
            <p:ph idx="5" type="body"/>
          </p:nvPr>
        </p:nvSpPr>
        <p:spPr>
          <a:xfrm>
            <a:off x="4937925" y="3564300"/>
            <a:ext cx="3639600" cy="8859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265" name="Google Shape;265;p32"/>
          <p:cNvSpPr txBox="1"/>
          <p:nvPr>
            <p:ph idx="6" type="title"/>
          </p:nvPr>
        </p:nvSpPr>
        <p:spPr>
          <a:xfrm>
            <a:off x="4937925" y="3242950"/>
            <a:ext cx="3639600" cy="1896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a:latin typeface="Montserrat"/>
                <a:ea typeface="Montserrat"/>
                <a:cs typeface="Montserrat"/>
                <a:sym typeface="Montserrat"/>
              </a:defRPr>
            </a:lvl1pPr>
            <a:lvl2pPr lvl="1">
              <a:lnSpc>
                <a:spcPct val="115000"/>
              </a:lnSpc>
              <a:spcBef>
                <a:spcPts val="0"/>
              </a:spcBef>
              <a:spcAft>
                <a:spcPts val="0"/>
              </a:spcAft>
              <a:buNone/>
              <a:defRPr>
                <a:latin typeface="Montserrat"/>
                <a:ea typeface="Montserrat"/>
                <a:cs typeface="Montserrat"/>
                <a:sym typeface="Montserrat"/>
              </a:defRPr>
            </a:lvl2pPr>
            <a:lvl3pPr lvl="2">
              <a:lnSpc>
                <a:spcPct val="115000"/>
              </a:lnSpc>
              <a:spcBef>
                <a:spcPts val="0"/>
              </a:spcBef>
              <a:spcAft>
                <a:spcPts val="0"/>
              </a:spcAft>
              <a:buNone/>
              <a:defRPr>
                <a:latin typeface="Montserrat"/>
                <a:ea typeface="Montserrat"/>
                <a:cs typeface="Montserrat"/>
                <a:sym typeface="Montserrat"/>
              </a:defRPr>
            </a:lvl3pPr>
            <a:lvl4pPr lvl="3">
              <a:lnSpc>
                <a:spcPct val="115000"/>
              </a:lnSpc>
              <a:spcBef>
                <a:spcPts val="0"/>
              </a:spcBef>
              <a:spcAft>
                <a:spcPts val="0"/>
              </a:spcAft>
              <a:buNone/>
              <a:defRPr>
                <a:latin typeface="Montserrat"/>
                <a:ea typeface="Montserrat"/>
                <a:cs typeface="Montserrat"/>
                <a:sym typeface="Montserrat"/>
              </a:defRPr>
            </a:lvl4pPr>
            <a:lvl5pPr lvl="4">
              <a:lnSpc>
                <a:spcPct val="115000"/>
              </a:lnSpc>
              <a:spcBef>
                <a:spcPts val="0"/>
              </a:spcBef>
              <a:spcAft>
                <a:spcPts val="0"/>
              </a:spcAft>
              <a:buNone/>
              <a:defRPr>
                <a:latin typeface="Montserrat"/>
                <a:ea typeface="Montserrat"/>
                <a:cs typeface="Montserrat"/>
                <a:sym typeface="Montserrat"/>
              </a:defRPr>
            </a:lvl5pPr>
            <a:lvl6pPr lvl="5">
              <a:lnSpc>
                <a:spcPct val="115000"/>
              </a:lnSpc>
              <a:spcBef>
                <a:spcPts val="0"/>
              </a:spcBef>
              <a:spcAft>
                <a:spcPts val="0"/>
              </a:spcAft>
              <a:buNone/>
              <a:defRPr>
                <a:latin typeface="Montserrat"/>
                <a:ea typeface="Montserrat"/>
                <a:cs typeface="Montserrat"/>
                <a:sym typeface="Montserrat"/>
              </a:defRPr>
            </a:lvl6pPr>
            <a:lvl7pPr lvl="6">
              <a:lnSpc>
                <a:spcPct val="115000"/>
              </a:lnSpc>
              <a:spcBef>
                <a:spcPts val="0"/>
              </a:spcBef>
              <a:spcAft>
                <a:spcPts val="0"/>
              </a:spcAft>
              <a:buNone/>
              <a:defRPr>
                <a:latin typeface="Montserrat"/>
                <a:ea typeface="Montserrat"/>
                <a:cs typeface="Montserrat"/>
                <a:sym typeface="Montserrat"/>
              </a:defRPr>
            </a:lvl7pPr>
            <a:lvl8pPr lvl="7">
              <a:lnSpc>
                <a:spcPct val="115000"/>
              </a:lnSpc>
              <a:spcBef>
                <a:spcPts val="0"/>
              </a:spcBef>
              <a:spcAft>
                <a:spcPts val="0"/>
              </a:spcAft>
              <a:buNone/>
              <a:defRPr>
                <a:latin typeface="Montserrat"/>
                <a:ea typeface="Montserrat"/>
                <a:cs typeface="Montserrat"/>
                <a:sym typeface="Montserrat"/>
              </a:defRPr>
            </a:lvl8pPr>
            <a:lvl9pPr lvl="8">
              <a:lnSpc>
                <a:spcPct val="115000"/>
              </a:lnSpc>
              <a:spcBef>
                <a:spcPts val="0"/>
              </a:spcBef>
              <a:spcAft>
                <a:spcPts val="0"/>
              </a:spcAft>
              <a:buNone/>
              <a:defRPr>
                <a:latin typeface="Montserrat"/>
                <a:ea typeface="Montserrat"/>
                <a:cs typeface="Montserrat"/>
                <a:sym typeface="Montserrat"/>
              </a:defRPr>
            </a:lvl9pPr>
          </a:lstStyle>
          <a:p/>
        </p:txBody>
      </p:sp>
      <p:sp>
        <p:nvSpPr>
          <p:cNvPr id="266" name="Google Shape;266;p32"/>
          <p:cNvSpPr txBox="1"/>
          <p:nvPr>
            <p:ph idx="7" type="body"/>
          </p:nvPr>
        </p:nvSpPr>
        <p:spPr>
          <a:xfrm>
            <a:off x="566500" y="3564300"/>
            <a:ext cx="3639600" cy="8859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267" name="Google Shape;267;p32"/>
          <p:cNvSpPr txBox="1"/>
          <p:nvPr>
            <p:ph idx="8" type="title"/>
          </p:nvPr>
        </p:nvSpPr>
        <p:spPr>
          <a:xfrm>
            <a:off x="566500" y="3242950"/>
            <a:ext cx="3639600" cy="1896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None/>
              <a:defRPr>
                <a:latin typeface="Montserrat"/>
                <a:ea typeface="Montserrat"/>
                <a:cs typeface="Montserrat"/>
                <a:sym typeface="Montserrat"/>
              </a:defRPr>
            </a:lvl1pPr>
            <a:lvl2pPr lvl="1">
              <a:lnSpc>
                <a:spcPct val="115000"/>
              </a:lnSpc>
              <a:spcBef>
                <a:spcPts val="0"/>
              </a:spcBef>
              <a:spcAft>
                <a:spcPts val="0"/>
              </a:spcAft>
              <a:buNone/>
              <a:defRPr>
                <a:latin typeface="Montserrat"/>
                <a:ea typeface="Montserrat"/>
                <a:cs typeface="Montserrat"/>
                <a:sym typeface="Montserrat"/>
              </a:defRPr>
            </a:lvl2pPr>
            <a:lvl3pPr lvl="2">
              <a:lnSpc>
                <a:spcPct val="115000"/>
              </a:lnSpc>
              <a:spcBef>
                <a:spcPts val="0"/>
              </a:spcBef>
              <a:spcAft>
                <a:spcPts val="0"/>
              </a:spcAft>
              <a:buNone/>
              <a:defRPr>
                <a:latin typeface="Montserrat"/>
                <a:ea typeface="Montserrat"/>
                <a:cs typeface="Montserrat"/>
                <a:sym typeface="Montserrat"/>
              </a:defRPr>
            </a:lvl3pPr>
            <a:lvl4pPr lvl="3">
              <a:lnSpc>
                <a:spcPct val="115000"/>
              </a:lnSpc>
              <a:spcBef>
                <a:spcPts val="0"/>
              </a:spcBef>
              <a:spcAft>
                <a:spcPts val="0"/>
              </a:spcAft>
              <a:buNone/>
              <a:defRPr>
                <a:latin typeface="Montserrat"/>
                <a:ea typeface="Montserrat"/>
                <a:cs typeface="Montserrat"/>
                <a:sym typeface="Montserrat"/>
              </a:defRPr>
            </a:lvl4pPr>
            <a:lvl5pPr lvl="4">
              <a:lnSpc>
                <a:spcPct val="115000"/>
              </a:lnSpc>
              <a:spcBef>
                <a:spcPts val="0"/>
              </a:spcBef>
              <a:spcAft>
                <a:spcPts val="0"/>
              </a:spcAft>
              <a:buNone/>
              <a:defRPr>
                <a:latin typeface="Montserrat"/>
                <a:ea typeface="Montserrat"/>
                <a:cs typeface="Montserrat"/>
                <a:sym typeface="Montserrat"/>
              </a:defRPr>
            </a:lvl5pPr>
            <a:lvl6pPr lvl="5">
              <a:lnSpc>
                <a:spcPct val="115000"/>
              </a:lnSpc>
              <a:spcBef>
                <a:spcPts val="0"/>
              </a:spcBef>
              <a:spcAft>
                <a:spcPts val="0"/>
              </a:spcAft>
              <a:buNone/>
              <a:defRPr>
                <a:latin typeface="Montserrat"/>
                <a:ea typeface="Montserrat"/>
                <a:cs typeface="Montserrat"/>
                <a:sym typeface="Montserrat"/>
              </a:defRPr>
            </a:lvl6pPr>
            <a:lvl7pPr lvl="6">
              <a:lnSpc>
                <a:spcPct val="115000"/>
              </a:lnSpc>
              <a:spcBef>
                <a:spcPts val="0"/>
              </a:spcBef>
              <a:spcAft>
                <a:spcPts val="0"/>
              </a:spcAft>
              <a:buNone/>
              <a:defRPr>
                <a:latin typeface="Montserrat"/>
                <a:ea typeface="Montserrat"/>
                <a:cs typeface="Montserrat"/>
                <a:sym typeface="Montserrat"/>
              </a:defRPr>
            </a:lvl7pPr>
            <a:lvl8pPr lvl="7">
              <a:lnSpc>
                <a:spcPct val="115000"/>
              </a:lnSpc>
              <a:spcBef>
                <a:spcPts val="0"/>
              </a:spcBef>
              <a:spcAft>
                <a:spcPts val="0"/>
              </a:spcAft>
              <a:buNone/>
              <a:defRPr>
                <a:latin typeface="Montserrat"/>
                <a:ea typeface="Montserrat"/>
                <a:cs typeface="Montserrat"/>
                <a:sym typeface="Montserrat"/>
              </a:defRPr>
            </a:lvl8pPr>
            <a:lvl9pPr lvl="8">
              <a:lnSpc>
                <a:spcPct val="115000"/>
              </a:lnSpc>
              <a:spcBef>
                <a:spcPts val="0"/>
              </a:spcBef>
              <a:spcAft>
                <a:spcPts val="0"/>
              </a:spcAft>
              <a:buNone/>
              <a:defRPr>
                <a:latin typeface="Montserrat"/>
                <a:ea typeface="Montserrat"/>
                <a:cs typeface="Montserrat"/>
                <a:sym typeface="Montserrat"/>
              </a:defRPr>
            </a:lvl9pPr>
          </a:lstStyle>
          <a:p/>
        </p:txBody>
      </p:sp>
      <p:sp>
        <p:nvSpPr>
          <p:cNvPr id="268" name="Google Shape;268;p32"/>
          <p:cNvSpPr txBox="1"/>
          <p:nvPr>
            <p:ph idx="9"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1">
  <p:cSld name="BLANK_1_1_1_1_1_1_1_1_1_1_1_1">
    <p:spTree>
      <p:nvGrpSpPr>
        <p:cNvPr id="269" name="Shape 269"/>
        <p:cNvGrpSpPr/>
        <p:nvPr/>
      </p:nvGrpSpPr>
      <p:grpSpPr>
        <a:xfrm>
          <a:off x="0" y="0"/>
          <a:ext cx="0" cy="0"/>
          <a:chOff x="0" y="0"/>
          <a:chExt cx="0" cy="0"/>
        </a:xfrm>
      </p:grpSpPr>
      <p:sp>
        <p:nvSpPr>
          <p:cNvPr id="270" name="Google Shape;270;p33"/>
          <p:cNvSpPr/>
          <p:nvPr/>
        </p:nvSpPr>
        <p:spPr>
          <a:xfrm flipH="1" rot="10800000">
            <a:off x="6711875" y="2691600"/>
            <a:ext cx="2451900" cy="2451900"/>
          </a:xfrm>
          <a:prstGeom prst="rect">
            <a:avLst/>
          </a:prstGeom>
          <a:gradFill>
            <a:gsLst>
              <a:gs pos="0">
                <a:schemeClr val="accent1"/>
              </a:gs>
              <a:gs pos="72000">
                <a:schemeClr val="accent3"/>
              </a:gs>
              <a:gs pos="100000">
                <a:schemeClr val="accent3"/>
              </a:gs>
            </a:gsLst>
            <a:path path="circle">
              <a:fillToRect b="100%" l="100%" r="0%" t="0%"/>
            </a:path>
            <a:tileRect b="0%" l="0%" r="-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sp>
        <p:nvSpPr>
          <p:cNvPr id="271" name="Google Shape;271;p33"/>
          <p:cNvSpPr txBox="1"/>
          <p:nvPr>
            <p:ph idx="1" type="subTitle"/>
          </p:nvPr>
        </p:nvSpPr>
        <p:spPr>
          <a:xfrm>
            <a:off x="4994475" y="1093500"/>
            <a:ext cx="316800" cy="184800"/>
          </a:xfrm>
          <a:prstGeom prst="rect">
            <a:avLst/>
          </a:prstGeom>
        </p:spPr>
        <p:txBody>
          <a:bodyPr anchorCtr="0" anchor="ctr" bIns="0" lIns="0" spcFirstLastPara="1" rIns="0" wrap="square" tIns="0">
            <a:noAutofit/>
          </a:bodyPr>
          <a:lstStyle>
            <a:lvl1pPr lvl="0" algn="l">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1pPr>
            <a:lvl2pPr lvl="1">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2pPr>
            <a:lvl3pPr lvl="2">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3pPr>
            <a:lvl4pPr lvl="3">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4pPr>
            <a:lvl5pPr lvl="4">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5pPr>
            <a:lvl6pPr lvl="5">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6pPr>
            <a:lvl7pPr lvl="6">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7pPr>
            <a:lvl8pPr lvl="7">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8pPr>
            <a:lvl9pPr lvl="8">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9pPr>
          </a:lstStyle>
          <a:p/>
        </p:txBody>
      </p:sp>
      <p:sp>
        <p:nvSpPr>
          <p:cNvPr id="272" name="Google Shape;272;p33"/>
          <p:cNvSpPr txBox="1"/>
          <p:nvPr>
            <p:ph idx="2" type="subTitle"/>
          </p:nvPr>
        </p:nvSpPr>
        <p:spPr>
          <a:xfrm>
            <a:off x="4994475" y="1721375"/>
            <a:ext cx="316800" cy="184800"/>
          </a:xfrm>
          <a:prstGeom prst="rect">
            <a:avLst/>
          </a:prstGeom>
        </p:spPr>
        <p:txBody>
          <a:bodyPr anchorCtr="0" anchor="ctr" bIns="0" lIns="0" spcFirstLastPara="1" rIns="0" wrap="square" tIns="0">
            <a:noAutofit/>
          </a:bodyPr>
          <a:lstStyle>
            <a:lvl1pPr lvl="0" algn="l">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1pPr>
            <a:lvl2pPr lvl="1">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2pPr>
            <a:lvl3pPr lvl="2">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3pPr>
            <a:lvl4pPr lvl="3">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4pPr>
            <a:lvl5pPr lvl="4">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5pPr>
            <a:lvl6pPr lvl="5">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6pPr>
            <a:lvl7pPr lvl="6">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7pPr>
            <a:lvl8pPr lvl="7">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8pPr>
            <a:lvl9pPr lvl="8">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9pPr>
          </a:lstStyle>
          <a:p/>
        </p:txBody>
      </p:sp>
      <p:sp>
        <p:nvSpPr>
          <p:cNvPr id="273" name="Google Shape;273;p33"/>
          <p:cNvSpPr txBox="1"/>
          <p:nvPr>
            <p:ph idx="3" type="subTitle"/>
          </p:nvPr>
        </p:nvSpPr>
        <p:spPr>
          <a:xfrm>
            <a:off x="4994475" y="2349250"/>
            <a:ext cx="316800" cy="184800"/>
          </a:xfrm>
          <a:prstGeom prst="rect">
            <a:avLst/>
          </a:prstGeom>
        </p:spPr>
        <p:txBody>
          <a:bodyPr anchorCtr="0" anchor="ctr" bIns="0" lIns="0" spcFirstLastPara="1" rIns="0" wrap="square" tIns="0">
            <a:noAutofit/>
          </a:bodyPr>
          <a:lstStyle>
            <a:lvl1pPr lvl="0" algn="l">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1pPr>
            <a:lvl2pPr lvl="1">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2pPr>
            <a:lvl3pPr lvl="2">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3pPr>
            <a:lvl4pPr lvl="3">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4pPr>
            <a:lvl5pPr lvl="4">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5pPr>
            <a:lvl6pPr lvl="5">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6pPr>
            <a:lvl7pPr lvl="6">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7pPr>
            <a:lvl8pPr lvl="7">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8pPr>
            <a:lvl9pPr lvl="8">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9pPr>
          </a:lstStyle>
          <a:p/>
        </p:txBody>
      </p:sp>
      <p:sp>
        <p:nvSpPr>
          <p:cNvPr id="274" name="Google Shape;274;p33"/>
          <p:cNvSpPr txBox="1"/>
          <p:nvPr>
            <p:ph idx="4" type="subTitle"/>
          </p:nvPr>
        </p:nvSpPr>
        <p:spPr>
          <a:xfrm>
            <a:off x="4994475" y="2977125"/>
            <a:ext cx="316800" cy="184800"/>
          </a:xfrm>
          <a:prstGeom prst="rect">
            <a:avLst/>
          </a:prstGeom>
        </p:spPr>
        <p:txBody>
          <a:bodyPr anchorCtr="0" anchor="ctr" bIns="0" lIns="0" spcFirstLastPara="1" rIns="0" wrap="square" tIns="0">
            <a:noAutofit/>
          </a:bodyPr>
          <a:lstStyle>
            <a:lvl1pPr lvl="0" algn="l">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1pPr>
            <a:lvl2pPr lvl="1">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2pPr>
            <a:lvl3pPr lvl="2">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3pPr>
            <a:lvl4pPr lvl="3">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4pPr>
            <a:lvl5pPr lvl="4">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5pPr>
            <a:lvl6pPr lvl="5">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6pPr>
            <a:lvl7pPr lvl="6">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7pPr>
            <a:lvl8pPr lvl="7">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8pPr>
            <a:lvl9pPr lvl="8">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9pPr>
          </a:lstStyle>
          <a:p/>
        </p:txBody>
      </p:sp>
      <p:sp>
        <p:nvSpPr>
          <p:cNvPr id="275" name="Google Shape;275;p33"/>
          <p:cNvSpPr txBox="1"/>
          <p:nvPr>
            <p:ph idx="5" type="subTitle"/>
          </p:nvPr>
        </p:nvSpPr>
        <p:spPr>
          <a:xfrm>
            <a:off x="4994475" y="3605000"/>
            <a:ext cx="316800" cy="184800"/>
          </a:xfrm>
          <a:prstGeom prst="rect">
            <a:avLst/>
          </a:prstGeom>
        </p:spPr>
        <p:txBody>
          <a:bodyPr anchorCtr="0" anchor="ctr" bIns="0" lIns="0" spcFirstLastPara="1" rIns="0" wrap="square" tIns="0">
            <a:noAutofit/>
          </a:bodyPr>
          <a:lstStyle>
            <a:lvl1pPr lvl="0" algn="l">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1pPr>
            <a:lvl2pPr lvl="1">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2pPr>
            <a:lvl3pPr lvl="2">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3pPr>
            <a:lvl4pPr lvl="3">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4pPr>
            <a:lvl5pPr lvl="4">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5pPr>
            <a:lvl6pPr lvl="5">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6pPr>
            <a:lvl7pPr lvl="6">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7pPr>
            <a:lvl8pPr lvl="7">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8pPr>
            <a:lvl9pPr lvl="8">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9pPr>
          </a:lstStyle>
          <a:p/>
        </p:txBody>
      </p:sp>
      <p:sp>
        <p:nvSpPr>
          <p:cNvPr id="276" name="Google Shape;276;p33"/>
          <p:cNvSpPr txBox="1"/>
          <p:nvPr>
            <p:ph idx="6" type="subTitle"/>
          </p:nvPr>
        </p:nvSpPr>
        <p:spPr>
          <a:xfrm>
            <a:off x="4994475" y="4232875"/>
            <a:ext cx="316800" cy="184800"/>
          </a:xfrm>
          <a:prstGeom prst="rect">
            <a:avLst/>
          </a:prstGeom>
        </p:spPr>
        <p:txBody>
          <a:bodyPr anchorCtr="0" anchor="ctr" bIns="0" lIns="0" spcFirstLastPara="1" rIns="0" wrap="square" tIns="0">
            <a:noAutofit/>
          </a:bodyPr>
          <a:lstStyle>
            <a:lvl1pPr lvl="0" algn="l">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1pPr>
            <a:lvl2pPr lvl="1">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2pPr>
            <a:lvl3pPr lvl="2">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3pPr>
            <a:lvl4pPr lvl="3">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4pPr>
            <a:lvl5pPr lvl="4">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5pPr>
            <a:lvl6pPr lvl="5">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6pPr>
            <a:lvl7pPr lvl="6">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7pPr>
            <a:lvl8pPr lvl="7">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8pPr>
            <a:lvl9pPr lvl="8">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9pPr>
          </a:lstStyle>
          <a:p/>
        </p:txBody>
      </p:sp>
      <p:sp>
        <p:nvSpPr>
          <p:cNvPr id="277" name="Google Shape;277;p33"/>
          <p:cNvSpPr/>
          <p:nvPr>
            <p:ph idx="7" type="pic"/>
          </p:nvPr>
        </p:nvSpPr>
        <p:spPr>
          <a:xfrm>
            <a:off x="50" y="1278300"/>
            <a:ext cx="4285500" cy="3865200"/>
          </a:xfrm>
          <a:prstGeom prst="rect">
            <a:avLst/>
          </a:prstGeom>
          <a:noFill/>
          <a:ln>
            <a:noFill/>
          </a:ln>
        </p:spPr>
      </p:sp>
      <p:sp>
        <p:nvSpPr>
          <p:cNvPr id="278" name="Google Shape;278;p33"/>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279" name="Google Shape;279;p33"/>
          <p:cNvSpPr txBox="1"/>
          <p:nvPr>
            <p:ph idx="8"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
        <p:nvSpPr>
          <p:cNvPr id="280" name="Google Shape;280;p33"/>
          <p:cNvSpPr txBox="1"/>
          <p:nvPr>
            <p:ph idx="9" type="subTitle"/>
          </p:nvPr>
        </p:nvSpPr>
        <p:spPr>
          <a:xfrm>
            <a:off x="5343675" y="1093500"/>
            <a:ext cx="3544500" cy="184800"/>
          </a:xfrm>
          <a:prstGeom prst="rect">
            <a:avLst/>
          </a:prstGeom>
        </p:spPr>
        <p:txBody>
          <a:bodyPr anchorCtr="0" anchor="ctr" bIns="0" lIns="0" spcFirstLastPara="1" rIns="0" wrap="square" tIns="0">
            <a:noAutofit/>
          </a:bodyPr>
          <a:lstStyle>
            <a:lvl1pPr lvl="0" algn="l">
              <a:spcBef>
                <a:spcPts val="0"/>
              </a:spcBef>
              <a:spcAft>
                <a:spcPts val="0"/>
              </a:spcAft>
              <a:buClr>
                <a:schemeClr val="lt2"/>
              </a:buClr>
              <a:buSzPts val="1200"/>
              <a:buFont typeface="Montserrat"/>
              <a:buNone/>
              <a:defRPr sz="1200"/>
            </a:lvl1pPr>
            <a:lvl2pPr lvl="1">
              <a:spcBef>
                <a:spcPts val="0"/>
              </a:spcBef>
              <a:spcAft>
                <a:spcPts val="0"/>
              </a:spcAft>
              <a:buClr>
                <a:schemeClr val="lt2"/>
              </a:buClr>
              <a:buSzPts val="1200"/>
              <a:buFont typeface="Montserrat"/>
              <a:buNone/>
              <a:defRPr sz="1200"/>
            </a:lvl2pPr>
            <a:lvl3pPr lvl="2">
              <a:spcBef>
                <a:spcPts val="0"/>
              </a:spcBef>
              <a:spcAft>
                <a:spcPts val="0"/>
              </a:spcAft>
              <a:buClr>
                <a:schemeClr val="lt2"/>
              </a:buClr>
              <a:buSzPts val="1200"/>
              <a:buFont typeface="Montserrat"/>
              <a:buNone/>
              <a:defRPr sz="1200"/>
            </a:lvl3pPr>
            <a:lvl4pPr lvl="3">
              <a:spcBef>
                <a:spcPts val="0"/>
              </a:spcBef>
              <a:spcAft>
                <a:spcPts val="0"/>
              </a:spcAft>
              <a:buClr>
                <a:schemeClr val="lt2"/>
              </a:buClr>
              <a:buSzPts val="1200"/>
              <a:buFont typeface="Montserrat"/>
              <a:buNone/>
              <a:defRPr sz="1200"/>
            </a:lvl4pPr>
            <a:lvl5pPr lvl="4">
              <a:spcBef>
                <a:spcPts val="0"/>
              </a:spcBef>
              <a:spcAft>
                <a:spcPts val="0"/>
              </a:spcAft>
              <a:buClr>
                <a:schemeClr val="lt2"/>
              </a:buClr>
              <a:buSzPts val="1200"/>
              <a:buFont typeface="Montserrat"/>
              <a:buNone/>
              <a:defRPr sz="1200"/>
            </a:lvl5pPr>
            <a:lvl6pPr lvl="5">
              <a:spcBef>
                <a:spcPts val="0"/>
              </a:spcBef>
              <a:spcAft>
                <a:spcPts val="0"/>
              </a:spcAft>
              <a:buClr>
                <a:schemeClr val="lt2"/>
              </a:buClr>
              <a:buSzPts val="1200"/>
              <a:buFont typeface="Montserrat"/>
              <a:buNone/>
              <a:defRPr sz="1200"/>
            </a:lvl6pPr>
            <a:lvl7pPr lvl="6">
              <a:spcBef>
                <a:spcPts val="0"/>
              </a:spcBef>
              <a:spcAft>
                <a:spcPts val="0"/>
              </a:spcAft>
              <a:buClr>
                <a:schemeClr val="lt2"/>
              </a:buClr>
              <a:buSzPts val="1200"/>
              <a:buFont typeface="Montserrat"/>
              <a:buNone/>
              <a:defRPr sz="1200"/>
            </a:lvl7pPr>
            <a:lvl8pPr lvl="7">
              <a:spcBef>
                <a:spcPts val="0"/>
              </a:spcBef>
              <a:spcAft>
                <a:spcPts val="0"/>
              </a:spcAft>
              <a:buClr>
                <a:schemeClr val="lt2"/>
              </a:buClr>
              <a:buSzPts val="1200"/>
              <a:buFont typeface="Montserrat"/>
              <a:buNone/>
              <a:defRPr sz="1200"/>
            </a:lvl8pPr>
            <a:lvl9pPr lvl="8">
              <a:spcBef>
                <a:spcPts val="0"/>
              </a:spcBef>
              <a:spcAft>
                <a:spcPts val="0"/>
              </a:spcAft>
              <a:buClr>
                <a:schemeClr val="lt2"/>
              </a:buClr>
              <a:buSzPts val="1200"/>
              <a:buFont typeface="Montserrat"/>
              <a:buNone/>
              <a:defRPr sz="1200"/>
            </a:lvl9pPr>
          </a:lstStyle>
          <a:p/>
        </p:txBody>
      </p:sp>
      <p:sp>
        <p:nvSpPr>
          <p:cNvPr id="281" name="Google Shape;281;p33"/>
          <p:cNvSpPr txBox="1"/>
          <p:nvPr>
            <p:ph idx="13" type="subTitle"/>
          </p:nvPr>
        </p:nvSpPr>
        <p:spPr>
          <a:xfrm>
            <a:off x="5343675" y="1721375"/>
            <a:ext cx="3544500" cy="184800"/>
          </a:xfrm>
          <a:prstGeom prst="rect">
            <a:avLst/>
          </a:prstGeom>
        </p:spPr>
        <p:txBody>
          <a:bodyPr anchorCtr="0" anchor="ctr" bIns="0" lIns="0" spcFirstLastPara="1" rIns="0" wrap="square" tIns="0">
            <a:noAutofit/>
          </a:bodyPr>
          <a:lstStyle>
            <a:lvl1pPr lvl="0" algn="l">
              <a:spcBef>
                <a:spcPts val="0"/>
              </a:spcBef>
              <a:spcAft>
                <a:spcPts val="0"/>
              </a:spcAft>
              <a:buClr>
                <a:schemeClr val="lt2"/>
              </a:buClr>
              <a:buSzPts val="1200"/>
              <a:buFont typeface="Montserrat"/>
              <a:buNone/>
              <a:defRPr sz="1200"/>
            </a:lvl1pPr>
            <a:lvl2pPr lvl="1">
              <a:spcBef>
                <a:spcPts val="0"/>
              </a:spcBef>
              <a:spcAft>
                <a:spcPts val="0"/>
              </a:spcAft>
              <a:buClr>
                <a:schemeClr val="lt2"/>
              </a:buClr>
              <a:buSzPts val="1200"/>
              <a:buFont typeface="Montserrat"/>
              <a:buNone/>
              <a:defRPr sz="1200"/>
            </a:lvl2pPr>
            <a:lvl3pPr lvl="2">
              <a:spcBef>
                <a:spcPts val="0"/>
              </a:spcBef>
              <a:spcAft>
                <a:spcPts val="0"/>
              </a:spcAft>
              <a:buClr>
                <a:schemeClr val="lt2"/>
              </a:buClr>
              <a:buSzPts val="1200"/>
              <a:buFont typeface="Montserrat"/>
              <a:buNone/>
              <a:defRPr sz="1200"/>
            </a:lvl3pPr>
            <a:lvl4pPr lvl="3">
              <a:spcBef>
                <a:spcPts val="0"/>
              </a:spcBef>
              <a:spcAft>
                <a:spcPts val="0"/>
              </a:spcAft>
              <a:buClr>
                <a:schemeClr val="lt2"/>
              </a:buClr>
              <a:buSzPts val="1200"/>
              <a:buFont typeface="Montserrat"/>
              <a:buNone/>
              <a:defRPr sz="1200"/>
            </a:lvl4pPr>
            <a:lvl5pPr lvl="4">
              <a:spcBef>
                <a:spcPts val="0"/>
              </a:spcBef>
              <a:spcAft>
                <a:spcPts val="0"/>
              </a:spcAft>
              <a:buClr>
                <a:schemeClr val="lt2"/>
              </a:buClr>
              <a:buSzPts val="1200"/>
              <a:buFont typeface="Montserrat"/>
              <a:buNone/>
              <a:defRPr sz="1200"/>
            </a:lvl5pPr>
            <a:lvl6pPr lvl="5">
              <a:spcBef>
                <a:spcPts val="0"/>
              </a:spcBef>
              <a:spcAft>
                <a:spcPts val="0"/>
              </a:spcAft>
              <a:buClr>
                <a:schemeClr val="lt2"/>
              </a:buClr>
              <a:buSzPts val="1200"/>
              <a:buFont typeface="Montserrat"/>
              <a:buNone/>
              <a:defRPr sz="1200"/>
            </a:lvl6pPr>
            <a:lvl7pPr lvl="6">
              <a:spcBef>
                <a:spcPts val="0"/>
              </a:spcBef>
              <a:spcAft>
                <a:spcPts val="0"/>
              </a:spcAft>
              <a:buClr>
                <a:schemeClr val="lt2"/>
              </a:buClr>
              <a:buSzPts val="1200"/>
              <a:buFont typeface="Montserrat"/>
              <a:buNone/>
              <a:defRPr sz="1200"/>
            </a:lvl7pPr>
            <a:lvl8pPr lvl="7">
              <a:spcBef>
                <a:spcPts val="0"/>
              </a:spcBef>
              <a:spcAft>
                <a:spcPts val="0"/>
              </a:spcAft>
              <a:buClr>
                <a:schemeClr val="lt2"/>
              </a:buClr>
              <a:buSzPts val="1200"/>
              <a:buFont typeface="Montserrat"/>
              <a:buNone/>
              <a:defRPr sz="1200"/>
            </a:lvl8pPr>
            <a:lvl9pPr lvl="8">
              <a:spcBef>
                <a:spcPts val="0"/>
              </a:spcBef>
              <a:spcAft>
                <a:spcPts val="0"/>
              </a:spcAft>
              <a:buClr>
                <a:schemeClr val="lt2"/>
              </a:buClr>
              <a:buSzPts val="1200"/>
              <a:buFont typeface="Montserrat"/>
              <a:buNone/>
              <a:defRPr sz="1200"/>
            </a:lvl9pPr>
          </a:lstStyle>
          <a:p/>
        </p:txBody>
      </p:sp>
      <p:sp>
        <p:nvSpPr>
          <p:cNvPr id="282" name="Google Shape;282;p33"/>
          <p:cNvSpPr txBox="1"/>
          <p:nvPr>
            <p:ph idx="14" type="subTitle"/>
          </p:nvPr>
        </p:nvSpPr>
        <p:spPr>
          <a:xfrm>
            <a:off x="5343675" y="2349250"/>
            <a:ext cx="3544500" cy="184800"/>
          </a:xfrm>
          <a:prstGeom prst="rect">
            <a:avLst/>
          </a:prstGeom>
        </p:spPr>
        <p:txBody>
          <a:bodyPr anchorCtr="0" anchor="ctr" bIns="0" lIns="0" spcFirstLastPara="1" rIns="0" wrap="square" tIns="0">
            <a:noAutofit/>
          </a:bodyPr>
          <a:lstStyle>
            <a:lvl1pPr lvl="0" algn="l">
              <a:spcBef>
                <a:spcPts val="0"/>
              </a:spcBef>
              <a:spcAft>
                <a:spcPts val="0"/>
              </a:spcAft>
              <a:buClr>
                <a:schemeClr val="lt2"/>
              </a:buClr>
              <a:buSzPts val="1200"/>
              <a:buFont typeface="Montserrat"/>
              <a:buNone/>
              <a:defRPr sz="1200"/>
            </a:lvl1pPr>
            <a:lvl2pPr lvl="1">
              <a:spcBef>
                <a:spcPts val="0"/>
              </a:spcBef>
              <a:spcAft>
                <a:spcPts val="0"/>
              </a:spcAft>
              <a:buClr>
                <a:schemeClr val="lt2"/>
              </a:buClr>
              <a:buSzPts val="1200"/>
              <a:buFont typeface="Montserrat"/>
              <a:buNone/>
              <a:defRPr sz="1200"/>
            </a:lvl2pPr>
            <a:lvl3pPr lvl="2">
              <a:spcBef>
                <a:spcPts val="0"/>
              </a:spcBef>
              <a:spcAft>
                <a:spcPts val="0"/>
              </a:spcAft>
              <a:buClr>
                <a:schemeClr val="lt2"/>
              </a:buClr>
              <a:buSzPts val="1200"/>
              <a:buFont typeface="Montserrat"/>
              <a:buNone/>
              <a:defRPr sz="1200"/>
            </a:lvl3pPr>
            <a:lvl4pPr lvl="3">
              <a:spcBef>
                <a:spcPts val="0"/>
              </a:spcBef>
              <a:spcAft>
                <a:spcPts val="0"/>
              </a:spcAft>
              <a:buClr>
                <a:schemeClr val="lt2"/>
              </a:buClr>
              <a:buSzPts val="1200"/>
              <a:buFont typeface="Montserrat"/>
              <a:buNone/>
              <a:defRPr sz="1200"/>
            </a:lvl4pPr>
            <a:lvl5pPr lvl="4">
              <a:spcBef>
                <a:spcPts val="0"/>
              </a:spcBef>
              <a:spcAft>
                <a:spcPts val="0"/>
              </a:spcAft>
              <a:buClr>
                <a:schemeClr val="lt2"/>
              </a:buClr>
              <a:buSzPts val="1200"/>
              <a:buFont typeface="Montserrat"/>
              <a:buNone/>
              <a:defRPr sz="1200"/>
            </a:lvl5pPr>
            <a:lvl6pPr lvl="5">
              <a:spcBef>
                <a:spcPts val="0"/>
              </a:spcBef>
              <a:spcAft>
                <a:spcPts val="0"/>
              </a:spcAft>
              <a:buClr>
                <a:schemeClr val="lt2"/>
              </a:buClr>
              <a:buSzPts val="1200"/>
              <a:buFont typeface="Montserrat"/>
              <a:buNone/>
              <a:defRPr sz="1200"/>
            </a:lvl6pPr>
            <a:lvl7pPr lvl="6">
              <a:spcBef>
                <a:spcPts val="0"/>
              </a:spcBef>
              <a:spcAft>
                <a:spcPts val="0"/>
              </a:spcAft>
              <a:buClr>
                <a:schemeClr val="lt2"/>
              </a:buClr>
              <a:buSzPts val="1200"/>
              <a:buFont typeface="Montserrat"/>
              <a:buNone/>
              <a:defRPr sz="1200"/>
            </a:lvl7pPr>
            <a:lvl8pPr lvl="7">
              <a:spcBef>
                <a:spcPts val="0"/>
              </a:spcBef>
              <a:spcAft>
                <a:spcPts val="0"/>
              </a:spcAft>
              <a:buClr>
                <a:schemeClr val="lt2"/>
              </a:buClr>
              <a:buSzPts val="1200"/>
              <a:buFont typeface="Montserrat"/>
              <a:buNone/>
              <a:defRPr sz="1200"/>
            </a:lvl8pPr>
            <a:lvl9pPr lvl="8">
              <a:spcBef>
                <a:spcPts val="0"/>
              </a:spcBef>
              <a:spcAft>
                <a:spcPts val="0"/>
              </a:spcAft>
              <a:buClr>
                <a:schemeClr val="lt2"/>
              </a:buClr>
              <a:buSzPts val="1200"/>
              <a:buFont typeface="Montserrat"/>
              <a:buNone/>
              <a:defRPr sz="1200"/>
            </a:lvl9pPr>
          </a:lstStyle>
          <a:p/>
        </p:txBody>
      </p:sp>
      <p:sp>
        <p:nvSpPr>
          <p:cNvPr id="283" name="Google Shape;283;p33"/>
          <p:cNvSpPr txBox="1"/>
          <p:nvPr>
            <p:ph idx="15" type="subTitle"/>
          </p:nvPr>
        </p:nvSpPr>
        <p:spPr>
          <a:xfrm>
            <a:off x="5343675" y="2977125"/>
            <a:ext cx="3544500" cy="184800"/>
          </a:xfrm>
          <a:prstGeom prst="rect">
            <a:avLst/>
          </a:prstGeom>
        </p:spPr>
        <p:txBody>
          <a:bodyPr anchorCtr="0" anchor="ctr" bIns="0" lIns="0" spcFirstLastPara="1" rIns="0" wrap="square" tIns="0">
            <a:noAutofit/>
          </a:bodyPr>
          <a:lstStyle>
            <a:lvl1pPr lvl="0" algn="l">
              <a:spcBef>
                <a:spcPts val="0"/>
              </a:spcBef>
              <a:spcAft>
                <a:spcPts val="0"/>
              </a:spcAft>
              <a:buClr>
                <a:schemeClr val="lt2"/>
              </a:buClr>
              <a:buSzPts val="1200"/>
              <a:buFont typeface="Montserrat"/>
              <a:buNone/>
              <a:defRPr sz="1200"/>
            </a:lvl1pPr>
            <a:lvl2pPr lvl="1">
              <a:spcBef>
                <a:spcPts val="0"/>
              </a:spcBef>
              <a:spcAft>
                <a:spcPts val="0"/>
              </a:spcAft>
              <a:buClr>
                <a:schemeClr val="lt2"/>
              </a:buClr>
              <a:buSzPts val="1200"/>
              <a:buFont typeface="Montserrat"/>
              <a:buNone/>
              <a:defRPr sz="1200"/>
            </a:lvl2pPr>
            <a:lvl3pPr lvl="2">
              <a:spcBef>
                <a:spcPts val="0"/>
              </a:spcBef>
              <a:spcAft>
                <a:spcPts val="0"/>
              </a:spcAft>
              <a:buClr>
                <a:schemeClr val="lt2"/>
              </a:buClr>
              <a:buSzPts val="1200"/>
              <a:buFont typeface="Montserrat"/>
              <a:buNone/>
              <a:defRPr sz="1200"/>
            </a:lvl3pPr>
            <a:lvl4pPr lvl="3">
              <a:spcBef>
                <a:spcPts val="0"/>
              </a:spcBef>
              <a:spcAft>
                <a:spcPts val="0"/>
              </a:spcAft>
              <a:buClr>
                <a:schemeClr val="lt2"/>
              </a:buClr>
              <a:buSzPts val="1200"/>
              <a:buFont typeface="Montserrat"/>
              <a:buNone/>
              <a:defRPr sz="1200"/>
            </a:lvl4pPr>
            <a:lvl5pPr lvl="4">
              <a:spcBef>
                <a:spcPts val="0"/>
              </a:spcBef>
              <a:spcAft>
                <a:spcPts val="0"/>
              </a:spcAft>
              <a:buClr>
                <a:schemeClr val="lt2"/>
              </a:buClr>
              <a:buSzPts val="1200"/>
              <a:buFont typeface="Montserrat"/>
              <a:buNone/>
              <a:defRPr sz="1200"/>
            </a:lvl5pPr>
            <a:lvl6pPr lvl="5">
              <a:spcBef>
                <a:spcPts val="0"/>
              </a:spcBef>
              <a:spcAft>
                <a:spcPts val="0"/>
              </a:spcAft>
              <a:buClr>
                <a:schemeClr val="lt2"/>
              </a:buClr>
              <a:buSzPts val="1200"/>
              <a:buFont typeface="Montserrat"/>
              <a:buNone/>
              <a:defRPr sz="1200"/>
            </a:lvl6pPr>
            <a:lvl7pPr lvl="6">
              <a:spcBef>
                <a:spcPts val="0"/>
              </a:spcBef>
              <a:spcAft>
                <a:spcPts val="0"/>
              </a:spcAft>
              <a:buClr>
                <a:schemeClr val="lt2"/>
              </a:buClr>
              <a:buSzPts val="1200"/>
              <a:buFont typeface="Montserrat"/>
              <a:buNone/>
              <a:defRPr sz="1200"/>
            </a:lvl7pPr>
            <a:lvl8pPr lvl="7">
              <a:spcBef>
                <a:spcPts val="0"/>
              </a:spcBef>
              <a:spcAft>
                <a:spcPts val="0"/>
              </a:spcAft>
              <a:buClr>
                <a:schemeClr val="lt2"/>
              </a:buClr>
              <a:buSzPts val="1200"/>
              <a:buFont typeface="Montserrat"/>
              <a:buNone/>
              <a:defRPr sz="1200"/>
            </a:lvl8pPr>
            <a:lvl9pPr lvl="8">
              <a:spcBef>
                <a:spcPts val="0"/>
              </a:spcBef>
              <a:spcAft>
                <a:spcPts val="0"/>
              </a:spcAft>
              <a:buClr>
                <a:schemeClr val="lt2"/>
              </a:buClr>
              <a:buSzPts val="1200"/>
              <a:buFont typeface="Montserrat"/>
              <a:buNone/>
              <a:defRPr sz="1200"/>
            </a:lvl9pPr>
          </a:lstStyle>
          <a:p/>
        </p:txBody>
      </p:sp>
      <p:sp>
        <p:nvSpPr>
          <p:cNvPr id="284" name="Google Shape;284;p33"/>
          <p:cNvSpPr txBox="1"/>
          <p:nvPr>
            <p:ph idx="16" type="subTitle"/>
          </p:nvPr>
        </p:nvSpPr>
        <p:spPr>
          <a:xfrm>
            <a:off x="5343675" y="3605000"/>
            <a:ext cx="3544500" cy="184800"/>
          </a:xfrm>
          <a:prstGeom prst="rect">
            <a:avLst/>
          </a:prstGeom>
        </p:spPr>
        <p:txBody>
          <a:bodyPr anchorCtr="0" anchor="ctr" bIns="0" lIns="0" spcFirstLastPara="1" rIns="0" wrap="square" tIns="0">
            <a:noAutofit/>
          </a:bodyPr>
          <a:lstStyle>
            <a:lvl1pPr lvl="0" algn="l">
              <a:spcBef>
                <a:spcPts val="0"/>
              </a:spcBef>
              <a:spcAft>
                <a:spcPts val="0"/>
              </a:spcAft>
              <a:buClr>
                <a:schemeClr val="lt2"/>
              </a:buClr>
              <a:buSzPts val="1200"/>
              <a:buFont typeface="Montserrat"/>
              <a:buNone/>
              <a:defRPr sz="1200"/>
            </a:lvl1pPr>
            <a:lvl2pPr lvl="1">
              <a:spcBef>
                <a:spcPts val="0"/>
              </a:spcBef>
              <a:spcAft>
                <a:spcPts val="0"/>
              </a:spcAft>
              <a:buClr>
                <a:schemeClr val="lt2"/>
              </a:buClr>
              <a:buSzPts val="1200"/>
              <a:buFont typeface="Montserrat"/>
              <a:buNone/>
              <a:defRPr sz="1200"/>
            </a:lvl2pPr>
            <a:lvl3pPr lvl="2">
              <a:spcBef>
                <a:spcPts val="0"/>
              </a:spcBef>
              <a:spcAft>
                <a:spcPts val="0"/>
              </a:spcAft>
              <a:buClr>
                <a:schemeClr val="lt2"/>
              </a:buClr>
              <a:buSzPts val="1200"/>
              <a:buFont typeface="Montserrat"/>
              <a:buNone/>
              <a:defRPr sz="1200"/>
            </a:lvl3pPr>
            <a:lvl4pPr lvl="3">
              <a:spcBef>
                <a:spcPts val="0"/>
              </a:spcBef>
              <a:spcAft>
                <a:spcPts val="0"/>
              </a:spcAft>
              <a:buClr>
                <a:schemeClr val="lt2"/>
              </a:buClr>
              <a:buSzPts val="1200"/>
              <a:buFont typeface="Montserrat"/>
              <a:buNone/>
              <a:defRPr sz="1200"/>
            </a:lvl4pPr>
            <a:lvl5pPr lvl="4">
              <a:spcBef>
                <a:spcPts val="0"/>
              </a:spcBef>
              <a:spcAft>
                <a:spcPts val="0"/>
              </a:spcAft>
              <a:buClr>
                <a:schemeClr val="lt2"/>
              </a:buClr>
              <a:buSzPts val="1200"/>
              <a:buFont typeface="Montserrat"/>
              <a:buNone/>
              <a:defRPr sz="1200"/>
            </a:lvl5pPr>
            <a:lvl6pPr lvl="5">
              <a:spcBef>
                <a:spcPts val="0"/>
              </a:spcBef>
              <a:spcAft>
                <a:spcPts val="0"/>
              </a:spcAft>
              <a:buClr>
                <a:schemeClr val="lt2"/>
              </a:buClr>
              <a:buSzPts val="1200"/>
              <a:buFont typeface="Montserrat"/>
              <a:buNone/>
              <a:defRPr sz="1200"/>
            </a:lvl6pPr>
            <a:lvl7pPr lvl="6">
              <a:spcBef>
                <a:spcPts val="0"/>
              </a:spcBef>
              <a:spcAft>
                <a:spcPts val="0"/>
              </a:spcAft>
              <a:buClr>
                <a:schemeClr val="lt2"/>
              </a:buClr>
              <a:buSzPts val="1200"/>
              <a:buFont typeface="Montserrat"/>
              <a:buNone/>
              <a:defRPr sz="1200"/>
            </a:lvl7pPr>
            <a:lvl8pPr lvl="7">
              <a:spcBef>
                <a:spcPts val="0"/>
              </a:spcBef>
              <a:spcAft>
                <a:spcPts val="0"/>
              </a:spcAft>
              <a:buClr>
                <a:schemeClr val="lt2"/>
              </a:buClr>
              <a:buSzPts val="1200"/>
              <a:buFont typeface="Montserrat"/>
              <a:buNone/>
              <a:defRPr sz="1200"/>
            </a:lvl8pPr>
            <a:lvl9pPr lvl="8">
              <a:spcBef>
                <a:spcPts val="0"/>
              </a:spcBef>
              <a:spcAft>
                <a:spcPts val="0"/>
              </a:spcAft>
              <a:buClr>
                <a:schemeClr val="lt2"/>
              </a:buClr>
              <a:buSzPts val="1200"/>
              <a:buFont typeface="Montserrat"/>
              <a:buNone/>
              <a:defRPr sz="1200"/>
            </a:lvl9pPr>
          </a:lstStyle>
          <a:p/>
        </p:txBody>
      </p:sp>
      <p:sp>
        <p:nvSpPr>
          <p:cNvPr id="285" name="Google Shape;285;p33"/>
          <p:cNvSpPr txBox="1"/>
          <p:nvPr>
            <p:ph idx="17" type="subTitle"/>
          </p:nvPr>
        </p:nvSpPr>
        <p:spPr>
          <a:xfrm>
            <a:off x="5343675" y="4232875"/>
            <a:ext cx="3544500" cy="184800"/>
          </a:xfrm>
          <a:prstGeom prst="rect">
            <a:avLst/>
          </a:prstGeom>
        </p:spPr>
        <p:txBody>
          <a:bodyPr anchorCtr="0" anchor="ctr" bIns="0" lIns="0" spcFirstLastPara="1" rIns="0" wrap="square" tIns="0">
            <a:noAutofit/>
          </a:bodyPr>
          <a:lstStyle>
            <a:lvl1pPr lvl="0" algn="l">
              <a:spcBef>
                <a:spcPts val="0"/>
              </a:spcBef>
              <a:spcAft>
                <a:spcPts val="0"/>
              </a:spcAft>
              <a:buClr>
                <a:schemeClr val="lt2"/>
              </a:buClr>
              <a:buSzPts val="1200"/>
              <a:buFont typeface="Montserrat"/>
              <a:buNone/>
              <a:defRPr sz="1200"/>
            </a:lvl1pPr>
            <a:lvl2pPr lvl="1">
              <a:spcBef>
                <a:spcPts val="0"/>
              </a:spcBef>
              <a:spcAft>
                <a:spcPts val="0"/>
              </a:spcAft>
              <a:buClr>
                <a:schemeClr val="lt2"/>
              </a:buClr>
              <a:buSzPts val="1200"/>
              <a:buFont typeface="Montserrat"/>
              <a:buNone/>
              <a:defRPr sz="1200"/>
            </a:lvl2pPr>
            <a:lvl3pPr lvl="2">
              <a:spcBef>
                <a:spcPts val="0"/>
              </a:spcBef>
              <a:spcAft>
                <a:spcPts val="0"/>
              </a:spcAft>
              <a:buClr>
                <a:schemeClr val="lt2"/>
              </a:buClr>
              <a:buSzPts val="1200"/>
              <a:buFont typeface="Montserrat"/>
              <a:buNone/>
              <a:defRPr sz="1200"/>
            </a:lvl3pPr>
            <a:lvl4pPr lvl="3">
              <a:spcBef>
                <a:spcPts val="0"/>
              </a:spcBef>
              <a:spcAft>
                <a:spcPts val="0"/>
              </a:spcAft>
              <a:buClr>
                <a:schemeClr val="lt2"/>
              </a:buClr>
              <a:buSzPts val="1200"/>
              <a:buFont typeface="Montserrat"/>
              <a:buNone/>
              <a:defRPr sz="1200"/>
            </a:lvl4pPr>
            <a:lvl5pPr lvl="4">
              <a:spcBef>
                <a:spcPts val="0"/>
              </a:spcBef>
              <a:spcAft>
                <a:spcPts val="0"/>
              </a:spcAft>
              <a:buClr>
                <a:schemeClr val="lt2"/>
              </a:buClr>
              <a:buSzPts val="1200"/>
              <a:buFont typeface="Montserrat"/>
              <a:buNone/>
              <a:defRPr sz="1200"/>
            </a:lvl5pPr>
            <a:lvl6pPr lvl="5">
              <a:spcBef>
                <a:spcPts val="0"/>
              </a:spcBef>
              <a:spcAft>
                <a:spcPts val="0"/>
              </a:spcAft>
              <a:buClr>
                <a:schemeClr val="lt2"/>
              </a:buClr>
              <a:buSzPts val="1200"/>
              <a:buFont typeface="Montserrat"/>
              <a:buNone/>
              <a:defRPr sz="1200"/>
            </a:lvl6pPr>
            <a:lvl7pPr lvl="6">
              <a:spcBef>
                <a:spcPts val="0"/>
              </a:spcBef>
              <a:spcAft>
                <a:spcPts val="0"/>
              </a:spcAft>
              <a:buClr>
                <a:schemeClr val="lt2"/>
              </a:buClr>
              <a:buSzPts val="1200"/>
              <a:buFont typeface="Montserrat"/>
              <a:buNone/>
              <a:defRPr sz="1200"/>
            </a:lvl7pPr>
            <a:lvl8pPr lvl="7">
              <a:spcBef>
                <a:spcPts val="0"/>
              </a:spcBef>
              <a:spcAft>
                <a:spcPts val="0"/>
              </a:spcAft>
              <a:buClr>
                <a:schemeClr val="lt2"/>
              </a:buClr>
              <a:buSzPts val="1200"/>
              <a:buFont typeface="Montserrat"/>
              <a:buNone/>
              <a:defRPr sz="1200"/>
            </a:lvl8pPr>
            <a:lvl9pPr lvl="8">
              <a:spcBef>
                <a:spcPts val="0"/>
              </a:spcBef>
              <a:spcAft>
                <a:spcPts val="0"/>
              </a:spcAft>
              <a:buClr>
                <a:schemeClr val="lt2"/>
              </a:buClr>
              <a:buSzPts val="1200"/>
              <a:buFont typeface="Montserrat"/>
              <a:buNone/>
              <a:defRPr sz="12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alt">
  <p:cSld name="BLANK_1_1_1_1_1_1_1_1_1_1_1_1_1_1_1_1_1_1_1">
    <p:spTree>
      <p:nvGrpSpPr>
        <p:cNvPr id="286" name="Shape 286"/>
        <p:cNvGrpSpPr/>
        <p:nvPr/>
      </p:nvGrpSpPr>
      <p:grpSpPr>
        <a:xfrm>
          <a:off x="0" y="0"/>
          <a:ext cx="0" cy="0"/>
          <a:chOff x="0" y="0"/>
          <a:chExt cx="0" cy="0"/>
        </a:xfrm>
      </p:grpSpPr>
      <p:sp>
        <p:nvSpPr>
          <p:cNvPr id="287" name="Google Shape;287;p34"/>
          <p:cNvSpPr txBox="1"/>
          <p:nvPr>
            <p:ph idx="1" type="body"/>
          </p:nvPr>
        </p:nvSpPr>
        <p:spPr>
          <a:xfrm>
            <a:off x="256025" y="4056350"/>
            <a:ext cx="2661300" cy="8310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288" name="Google Shape;288;p34"/>
          <p:cNvSpPr txBox="1"/>
          <p:nvPr>
            <p:ph idx="2" type="body"/>
          </p:nvPr>
        </p:nvSpPr>
        <p:spPr>
          <a:xfrm>
            <a:off x="3241424" y="4056350"/>
            <a:ext cx="2661300" cy="8310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289" name="Google Shape;289;p34"/>
          <p:cNvSpPr txBox="1"/>
          <p:nvPr>
            <p:ph idx="3" type="body"/>
          </p:nvPr>
        </p:nvSpPr>
        <p:spPr>
          <a:xfrm>
            <a:off x="6226798" y="4056350"/>
            <a:ext cx="2661300" cy="8310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290" name="Google Shape;290;p34"/>
          <p:cNvSpPr/>
          <p:nvPr>
            <p:ph idx="4" type="pic"/>
          </p:nvPr>
        </p:nvSpPr>
        <p:spPr>
          <a:xfrm>
            <a:off x="256025" y="1597425"/>
            <a:ext cx="2661300" cy="1966200"/>
          </a:xfrm>
          <a:prstGeom prst="rect">
            <a:avLst/>
          </a:prstGeom>
          <a:noFill/>
          <a:ln>
            <a:noFill/>
          </a:ln>
        </p:spPr>
      </p:sp>
      <p:sp>
        <p:nvSpPr>
          <p:cNvPr id="291" name="Google Shape;291;p34"/>
          <p:cNvSpPr/>
          <p:nvPr>
            <p:ph idx="5" type="pic"/>
          </p:nvPr>
        </p:nvSpPr>
        <p:spPr>
          <a:xfrm>
            <a:off x="3241425" y="1597425"/>
            <a:ext cx="2661300" cy="1966200"/>
          </a:xfrm>
          <a:prstGeom prst="rect">
            <a:avLst/>
          </a:prstGeom>
          <a:noFill/>
          <a:ln>
            <a:noFill/>
          </a:ln>
        </p:spPr>
      </p:sp>
      <p:sp>
        <p:nvSpPr>
          <p:cNvPr id="292" name="Google Shape;292;p34"/>
          <p:cNvSpPr/>
          <p:nvPr>
            <p:ph idx="6" type="pic"/>
          </p:nvPr>
        </p:nvSpPr>
        <p:spPr>
          <a:xfrm>
            <a:off x="6226825" y="1588650"/>
            <a:ext cx="2661300" cy="1966200"/>
          </a:xfrm>
          <a:prstGeom prst="rect">
            <a:avLst/>
          </a:prstGeom>
          <a:noFill/>
          <a:ln>
            <a:noFill/>
          </a:ln>
        </p:spPr>
      </p:sp>
      <p:sp>
        <p:nvSpPr>
          <p:cNvPr id="293" name="Google Shape;293;p34"/>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294" name="Google Shape;294;p34"/>
          <p:cNvSpPr txBox="1"/>
          <p:nvPr>
            <p:ph idx="7" type="subTitle"/>
          </p:nvPr>
        </p:nvSpPr>
        <p:spPr>
          <a:xfrm>
            <a:off x="256050" y="3765870"/>
            <a:ext cx="2661300" cy="164100"/>
          </a:xfrm>
          <a:prstGeom prst="rect">
            <a:avLst/>
          </a:prstGeom>
        </p:spPr>
        <p:txBody>
          <a:bodyPr anchorCtr="0" anchor="ctr" bIns="0" lIns="0" spcFirstLastPara="1" rIns="0" wrap="square" tIns="0">
            <a:noAutofit/>
          </a:bodyPr>
          <a:lstStyle>
            <a:lvl1pPr lvl="0" algn="l">
              <a:spcBef>
                <a:spcPts val="0"/>
              </a:spcBef>
              <a:spcAft>
                <a:spcPts val="0"/>
              </a:spcAft>
              <a:buClr>
                <a:schemeClr val="dk1"/>
              </a:buClr>
              <a:buSzPts val="1200"/>
              <a:buFont typeface="Montserrat"/>
              <a:buNone/>
              <a:defRPr sz="1200">
                <a:solidFill>
                  <a:schemeClr val="dk1"/>
                </a:solidFill>
              </a:defRPr>
            </a:lvl1pPr>
            <a:lvl2pPr lvl="1">
              <a:spcBef>
                <a:spcPts val="0"/>
              </a:spcBef>
              <a:spcAft>
                <a:spcPts val="0"/>
              </a:spcAft>
              <a:buClr>
                <a:schemeClr val="dk1"/>
              </a:buClr>
              <a:buSzPts val="1200"/>
              <a:buFont typeface="Montserrat"/>
              <a:buNone/>
              <a:defRPr sz="1200">
                <a:solidFill>
                  <a:schemeClr val="dk1"/>
                </a:solidFill>
              </a:defRPr>
            </a:lvl2pPr>
            <a:lvl3pPr lvl="2">
              <a:spcBef>
                <a:spcPts val="0"/>
              </a:spcBef>
              <a:spcAft>
                <a:spcPts val="0"/>
              </a:spcAft>
              <a:buClr>
                <a:schemeClr val="dk1"/>
              </a:buClr>
              <a:buSzPts val="1200"/>
              <a:buFont typeface="Montserrat"/>
              <a:buNone/>
              <a:defRPr sz="1200">
                <a:solidFill>
                  <a:schemeClr val="dk1"/>
                </a:solidFill>
              </a:defRPr>
            </a:lvl3pPr>
            <a:lvl4pPr lvl="3">
              <a:spcBef>
                <a:spcPts val="0"/>
              </a:spcBef>
              <a:spcAft>
                <a:spcPts val="0"/>
              </a:spcAft>
              <a:buClr>
                <a:schemeClr val="dk1"/>
              </a:buClr>
              <a:buSzPts val="1200"/>
              <a:buFont typeface="Montserrat"/>
              <a:buNone/>
              <a:defRPr sz="1200">
                <a:solidFill>
                  <a:schemeClr val="dk1"/>
                </a:solidFill>
              </a:defRPr>
            </a:lvl4pPr>
            <a:lvl5pPr lvl="4">
              <a:spcBef>
                <a:spcPts val="0"/>
              </a:spcBef>
              <a:spcAft>
                <a:spcPts val="0"/>
              </a:spcAft>
              <a:buClr>
                <a:schemeClr val="dk1"/>
              </a:buClr>
              <a:buSzPts val="1200"/>
              <a:buFont typeface="Montserrat"/>
              <a:buNone/>
              <a:defRPr sz="1200">
                <a:solidFill>
                  <a:schemeClr val="dk1"/>
                </a:solidFill>
              </a:defRPr>
            </a:lvl5pPr>
            <a:lvl6pPr lvl="5">
              <a:spcBef>
                <a:spcPts val="0"/>
              </a:spcBef>
              <a:spcAft>
                <a:spcPts val="0"/>
              </a:spcAft>
              <a:buClr>
                <a:schemeClr val="dk1"/>
              </a:buClr>
              <a:buSzPts val="1200"/>
              <a:buFont typeface="Montserrat"/>
              <a:buNone/>
              <a:defRPr sz="1200">
                <a:solidFill>
                  <a:schemeClr val="dk1"/>
                </a:solidFill>
              </a:defRPr>
            </a:lvl6pPr>
            <a:lvl7pPr lvl="6">
              <a:spcBef>
                <a:spcPts val="0"/>
              </a:spcBef>
              <a:spcAft>
                <a:spcPts val="0"/>
              </a:spcAft>
              <a:buClr>
                <a:schemeClr val="dk1"/>
              </a:buClr>
              <a:buSzPts val="1200"/>
              <a:buFont typeface="Montserrat"/>
              <a:buNone/>
              <a:defRPr sz="1200">
                <a:solidFill>
                  <a:schemeClr val="dk1"/>
                </a:solidFill>
              </a:defRPr>
            </a:lvl7pPr>
            <a:lvl8pPr lvl="7">
              <a:spcBef>
                <a:spcPts val="0"/>
              </a:spcBef>
              <a:spcAft>
                <a:spcPts val="0"/>
              </a:spcAft>
              <a:buClr>
                <a:schemeClr val="dk1"/>
              </a:buClr>
              <a:buSzPts val="1200"/>
              <a:buFont typeface="Montserrat"/>
              <a:buNone/>
              <a:defRPr sz="1200">
                <a:solidFill>
                  <a:schemeClr val="dk1"/>
                </a:solidFill>
              </a:defRPr>
            </a:lvl8pPr>
            <a:lvl9pPr lvl="8">
              <a:spcBef>
                <a:spcPts val="0"/>
              </a:spcBef>
              <a:spcAft>
                <a:spcPts val="0"/>
              </a:spcAft>
              <a:buClr>
                <a:schemeClr val="dk1"/>
              </a:buClr>
              <a:buSzPts val="1200"/>
              <a:buFont typeface="Montserrat"/>
              <a:buNone/>
              <a:defRPr sz="1200">
                <a:solidFill>
                  <a:schemeClr val="dk1"/>
                </a:solidFill>
              </a:defRPr>
            </a:lvl9pPr>
          </a:lstStyle>
          <a:p/>
        </p:txBody>
      </p:sp>
      <p:sp>
        <p:nvSpPr>
          <p:cNvPr id="295" name="Google Shape;295;p34"/>
          <p:cNvSpPr txBox="1"/>
          <p:nvPr>
            <p:ph idx="8" type="subTitle"/>
          </p:nvPr>
        </p:nvSpPr>
        <p:spPr>
          <a:xfrm>
            <a:off x="3241350" y="3765870"/>
            <a:ext cx="2661300" cy="164100"/>
          </a:xfrm>
          <a:prstGeom prst="rect">
            <a:avLst/>
          </a:prstGeom>
        </p:spPr>
        <p:txBody>
          <a:bodyPr anchorCtr="0" anchor="ctr" bIns="0" lIns="0" spcFirstLastPara="1" rIns="0" wrap="square" tIns="0">
            <a:noAutofit/>
          </a:bodyPr>
          <a:lstStyle>
            <a:lvl1pPr lvl="0" algn="l">
              <a:spcBef>
                <a:spcPts val="0"/>
              </a:spcBef>
              <a:spcAft>
                <a:spcPts val="0"/>
              </a:spcAft>
              <a:buClr>
                <a:schemeClr val="dk1"/>
              </a:buClr>
              <a:buSzPts val="1200"/>
              <a:buFont typeface="Montserrat"/>
              <a:buNone/>
              <a:defRPr sz="1200">
                <a:solidFill>
                  <a:schemeClr val="dk1"/>
                </a:solidFill>
              </a:defRPr>
            </a:lvl1pPr>
            <a:lvl2pPr lvl="1">
              <a:spcBef>
                <a:spcPts val="0"/>
              </a:spcBef>
              <a:spcAft>
                <a:spcPts val="0"/>
              </a:spcAft>
              <a:buClr>
                <a:schemeClr val="dk1"/>
              </a:buClr>
              <a:buSzPts val="1200"/>
              <a:buFont typeface="Montserrat"/>
              <a:buNone/>
              <a:defRPr sz="1200">
                <a:solidFill>
                  <a:schemeClr val="dk1"/>
                </a:solidFill>
              </a:defRPr>
            </a:lvl2pPr>
            <a:lvl3pPr lvl="2">
              <a:spcBef>
                <a:spcPts val="0"/>
              </a:spcBef>
              <a:spcAft>
                <a:spcPts val="0"/>
              </a:spcAft>
              <a:buClr>
                <a:schemeClr val="dk1"/>
              </a:buClr>
              <a:buSzPts val="1200"/>
              <a:buFont typeface="Montserrat"/>
              <a:buNone/>
              <a:defRPr sz="1200">
                <a:solidFill>
                  <a:schemeClr val="dk1"/>
                </a:solidFill>
              </a:defRPr>
            </a:lvl3pPr>
            <a:lvl4pPr lvl="3">
              <a:spcBef>
                <a:spcPts val="0"/>
              </a:spcBef>
              <a:spcAft>
                <a:spcPts val="0"/>
              </a:spcAft>
              <a:buClr>
                <a:schemeClr val="dk1"/>
              </a:buClr>
              <a:buSzPts val="1200"/>
              <a:buFont typeface="Montserrat"/>
              <a:buNone/>
              <a:defRPr sz="1200">
                <a:solidFill>
                  <a:schemeClr val="dk1"/>
                </a:solidFill>
              </a:defRPr>
            </a:lvl4pPr>
            <a:lvl5pPr lvl="4">
              <a:spcBef>
                <a:spcPts val="0"/>
              </a:spcBef>
              <a:spcAft>
                <a:spcPts val="0"/>
              </a:spcAft>
              <a:buClr>
                <a:schemeClr val="dk1"/>
              </a:buClr>
              <a:buSzPts val="1200"/>
              <a:buFont typeface="Montserrat"/>
              <a:buNone/>
              <a:defRPr sz="1200">
                <a:solidFill>
                  <a:schemeClr val="dk1"/>
                </a:solidFill>
              </a:defRPr>
            </a:lvl5pPr>
            <a:lvl6pPr lvl="5">
              <a:spcBef>
                <a:spcPts val="0"/>
              </a:spcBef>
              <a:spcAft>
                <a:spcPts val="0"/>
              </a:spcAft>
              <a:buClr>
                <a:schemeClr val="dk1"/>
              </a:buClr>
              <a:buSzPts val="1200"/>
              <a:buFont typeface="Montserrat"/>
              <a:buNone/>
              <a:defRPr sz="1200">
                <a:solidFill>
                  <a:schemeClr val="dk1"/>
                </a:solidFill>
              </a:defRPr>
            </a:lvl6pPr>
            <a:lvl7pPr lvl="6">
              <a:spcBef>
                <a:spcPts val="0"/>
              </a:spcBef>
              <a:spcAft>
                <a:spcPts val="0"/>
              </a:spcAft>
              <a:buClr>
                <a:schemeClr val="dk1"/>
              </a:buClr>
              <a:buSzPts val="1200"/>
              <a:buFont typeface="Montserrat"/>
              <a:buNone/>
              <a:defRPr sz="1200">
                <a:solidFill>
                  <a:schemeClr val="dk1"/>
                </a:solidFill>
              </a:defRPr>
            </a:lvl7pPr>
            <a:lvl8pPr lvl="7">
              <a:spcBef>
                <a:spcPts val="0"/>
              </a:spcBef>
              <a:spcAft>
                <a:spcPts val="0"/>
              </a:spcAft>
              <a:buClr>
                <a:schemeClr val="dk1"/>
              </a:buClr>
              <a:buSzPts val="1200"/>
              <a:buFont typeface="Montserrat"/>
              <a:buNone/>
              <a:defRPr sz="1200">
                <a:solidFill>
                  <a:schemeClr val="dk1"/>
                </a:solidFill>
              </a:defRPr>
            </a:lvl8pPr>
            <a:lvl9pPr lvl="8">
              <a:spcBef>
                <a:spcPts val="0"/>
              </a:spcBef>
              <a:spcAft>
                <a:spcPts val="0"/>
              </a:spcAft>
              <a:buClr>
                <a:schemeClr val="dk1"/>
              </a:buClr>
              <a:buSzPts val="1200"/>
              <a:buFont typeface="Montserrat"/>
              <a:buNone/>
              <a:defRPr sz="1200">
                <a:solidFill>
                  <a:schemeClr val="dk1"/>
                </a:solidFill>
              </a:defRPr>
            </a:lvl9pPr>
          </a:lstStyle>
          <a:p/>
        </p:txBody>
      </p:sp>
      <p:sp>
        <p:nvSpPr>
          <p:cNvPr id="296" name="Google Shape;296;p34"/>
          <p:cNvSpPr txBox="1"/>
          <p:nvPr>
            <p:ph idx="9" type="subTitle"/>
          </p:nvPr>
        </p:nvSpPr>
        <p:spPr>
          <a:xfrm>
            <a:off x="6226650" y="3765870"/>
            <a:ext cx="2661300" cy="164100"/>
          </a:xfrm>
          <a:prstGeom prst="rect">
            <a:avLst/>
          </a:prstGeom>
        </p:spPr>
        <p:txBody>
          <a:bodyPr anchorCtr="0" anchor="ctr" bIns="0" lIns="0" spcFirstLastPara="1" rIns="0" wrap="square" tIns="0">
            <a:noAutofit/>
          </a:bodyPr>
          <a:lstStyle>
            <a:lvl1pPr lvl="0" algn="l">
              <a:spcBef>
                <a:spcPts val="0"/>
              </a:spcBef>
              <a:spcAft>
                <a:spcPts val="0"/>
              </a:spcAft>
              <a:buClr>
                <a:schemeClr val="dk1"/>
              </a:buClr>
              <a:buSzPts val="1200"/>
              <a:buFont typeface="Montserrat"/>
              <a:buNone/>
              <a:defRPr sz="1200">
                <a:solidFill>
                  <a:schemeClr val="dk1"/>
                </a:solidFill>
              </a:defRPr>
            </a:lvl1pPr>
            <a:lvl2pPr lvl="1">
              <a:spcBef>
                <a:spcPts val="0"/>
              </a:spcBef>
              <a:spcAft>
                <a:spcPts val="0"/>
              </a:spcAft>
              <a:buClr>
                <a:schemeClr val="dk1"/>
              </a:buClr>
              <a:buSzPts val="1200"/>
              <a:buFont typeface="Montserrat"/>
              <a:buNone/>
              <a:defRPr sz="1200">
                <a:solidFill>
                  <a:schemeClr val="dk1"/>
                </a:solidFill>
              </a:defRPr>
            </a:lvl2pPr>
            <a:lvl3pPr lvl="2">
              <a:spcBef>
                <a:spcPts val="0"/>
              </a:spcBef>
              <a:spcAft>
                <a:spcPts val="0"/>
              </a:spcAft>
              <a:buClr>
                <a:schemeClr val="dk1"/>
              </a:buClr>
              <a:buSzPts val="1200"/>
              <a:buFont typeface="Montserrat"/>
              <a:buNone/>
              <a:defRPr sz="1200">
                <a:solidFill>
                  <a:schemeClr val="dk1"/>
                </a:solidFill>
              </a:defRPr>
            </a:lvl3pPr>
            <a:lvl4pPr lvl="3">
              <a:spcBef>
                <a:spcPts val="0"/>
              </a:spcBef>
              <a:spcAft>
                <a:spcPts val="0"/>
              </a:spcAft>
              <a:buClr>
                <a:schemeClr val="dk1"/>
              </a:buClr>
              <a:buSzPts val="1200"/>
              <a:buFont typeface="Montserrat"/>
              <a:buNone/>
              <a:defRPr sz="1200">
                <a:solidFill>
                  <a:schemeClr val="dk1"/>
                </a:solidFill>
              </a:defRPr>
            </a:lvl4pPr>
            <a:lvl5pPr lvl="4">
              <a:spcBef>
                <a:spcPts val="0"/>
              </a:spcBef>
              <a:spcAft>
                <a:spcPts val="0"/>
              </a:spcAft>
              <a:buClr>
                <a:schemeClr val="dk1"/>
              </a:buClr>
              <a:buSzPts val="1200"/>
              <a:buFont typeface="Montserrat"/>
              <a:buNone/>
              <a:defRPr sz="1200">
                <a:solidFill>
                  <a:schemeClr val="dk1"/>
                </a:solidFill>
              </a:defRPr>
            </a:lvl5pPr>
            <a:lvl6pPr lvl="5">
              <a:spcBef>
                <a:spcPts val="0"/>
              </a:spcBef>
              <a:spcAft>
                <a:spcPts val="0"/>
              </a:spcAft>
              <a:buClr>
                <a:schemeClr val="dk1"/>
              </a:buClr>
              <a:buSzPts val="1200"/>
              <a:buFont typeface="Montserrat"/>
              <a:buNone/>
              <a:defRPr sz="1200">
                <a:solidFill>
                  <a:schemeClr val="dk1"/>
                </a:solidFill>
              </a:defRPr>
            </a:lvl6pPr>
            <a:lvl7pPr lvl="6">
              <a:spcBef>
                <a:spcPts val="0"/>
              </a:spcBef>
              <a:spcAft>
                <a:spcPts val="0"/>
              </a:spcAft>
              <a:buClr>
                <a:schemeClr val="dk1"/>
              </a:buClr>
              <a:buSzPts val="1200"/>
              <a:buFont typeface="Montserrat"/>
              <a:buNone/>
              <a:defRPr sz="1200">
                <a:solidFill>
                  <a:schemeClr val="dk1"/>
                </a:solidFill>
              </a:defRPr>
            </a:lvl7pPr>
            <a:lvl8pPr lvl="7">
              <a:spcBef>
                <a:spcPts val="0"/>
              </a:spcBef>
              <a:spcAft>
                <a:spcPts val="0"/>
              </a:spcAft>
              <a:buClr>
                <a:schemeClr val="dk1"/>
              </a:buClr>
              <a:buSzPts val="1200"/>
              <a:buFont typeface="Montserrat"/>
              <a:buNone/>
              <a:defRPr sz="1200">
                <a:solidFill>
                  <a:schemeClr val="dk1"/>
                </a:solidFill>
              </a:defRPr>
            </a:lvl8pPr>
            <a:lvl9pPr lvl="8">
              <a:spcBef>
                <a:spcPts val="0"/>
              </a:spcBef>
              <a:spcAft>
                <a:spcPts val="0"/>
              </a:spcAft>
              <a:buClr>
                <a:schemeClr val="dk1"/>
              </a:buClr>
              <a:buSzPts val="1200"/>
              <a:buFont typeface="Montserrat"/>
              <a:buNone/>
              <a:defRPr sz="1200">
                <a:solidFill>
                  <a:schemeClr val="dk1"/>
                </a:solidFill>
              </a:defRPr>
            </a:lvl9pPr>
          </a:lstStyle>
          <a:p/>
        </p:txBody>
      </p:sp>
      <p:sp>
        <p:nvSpPr>
          <p:cNvPr id="297" name="Google Shape;297;p34"/>
          <p:cNvSpPr txBox="1"/>
          <p:nvPr>
            <p:ph idx="13"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storyboards">
  <p:cSld name="BLANK_1_1_1_1_1_1_1_1_1_1_1_1_1_1_1_1_1_1_1_2">
    <p:spTree>
      <p:nvGrpSpPr>
        <p:cNvPr id="298" name="Shape 298"/>
        <p:cNvGrpSpPr/>
        <p:nvPr/>
      </p:nvGrpSpPr>
      <p:grpSpPr>
        <a:xfrm>
          <a:off x="0" y="0"/>
          <a:ext cx="0" cy="0"/>
          <a:chOff x="0" y="0"/>
          <a:chExt cx="0" cy="0"/>
        </a:xfrm>
      </p:grpSpPr>
      <p:sp>
        <p:nvSpPr>
          <p:cNvPr id="299" name="Google Shape;299;p35"/>
          <p:cNvSpPr/>
          <p:nvPr>
            <p:ph idx="2" type="pic"/>
          </p:nvPr>
        </p:nvSpPr>
        <p:spPr>
          <a:xfrm>
            <a:off x="2725025" y="1596075"/>
            <a:ext cx="1498500" cy="1498500"/>
          </a:xfrm>
          <a:prstGeom prst="rect">
            <a:avLst/>
          </a:prstGeom>
          <a:noFill/>
          <a:ln>
            <a:noFill/>
          </a:ln>
        </p:spPr>
      </p:sp>
      <p:sp>
        <p:nvSpPr>
          <p:cNvPr id="300" name="Google Shape;300;p35"/>
          <p:cNvSpPr/>
          <p:nvPr>
            <p:ph idx="3" type="pic"/>
          </p:nvPr>
        </p:nvSpPr>
        <p:spPr>
          <a:xfrm>
            <a:off x="7115925" y="1596075"/>
            <a:ext cx="1498500" cy="1498500"/>
          </a:xfrm>
          <a:prstGeom prst="rect">
            <a:avLst/>
          </a:prstGeom>
          <a:noFill/>
          <a:ln>
            <a:noFill/>
          </a:ln>
        </p:spPr>
      </p:sp>
      <p:sp>
        <p:nvSpPr>
          <p:cNvPr id="301" name="Google Shape;301;p35"/>
          <p:cNvSpPr/>
          <p:nvPr>
            <p:ph idx="4" type="pic"/>
          </p:nvPr>
        </p:nvSpPr>
        <p:spPr>
          <a:xfrm>
            <a:off x="4920475" y="1596075"/>
            <a:ext cx="1498500" cy="1498500"/>
          </a:xfrm>
          <a:prstGeom prst="ellipse">
            <a:avLst/>
          </a:prstGeom>
          <a:noFill/>
          <a:ln>
            <a:noFill/>
          </a:ln>
        </p:spPr>
      </p:sp>
      <p:sp>
        <p:nvSpPr>
          <p:cNvPr id="302" name="Google Shape;302;p35"/>
          <p:cNvSpPr/>
          <p:nvPr>
            <p:ph idx="5" type="pic"/>
          </p:nvPr>
        </p:nvSpPr>
        <p:spPr>
          <a:xfrm>
            <a:off x="529575" y="1596075"/>
            <a:ext cx="1498500" cy="1498500"/>
          </a:xfrm>
          <a:prstGeom prst="ellipse">
            <a:avLst/>
          </a:prstGeom>
          <a:noFill/>
          <a:ln>
            <a:noFill/>
          </a:ln>
        </p:spPr>
      </p:sp>
      <p:sp>
        <p:nvSpPr>
          <p:cNvPr id="303" name="Google Shape;303;p35"/>
          <p:cNvSpPr txBox="1"/>
          <p:nvPr>
            <p:ph type="title"/>
          </p:nvPr>
        </p:nvSpPr>
        <p:spPr>
          <a:xfrm>
            <a:off x="529575" y="3352550"/>
            <a:ext cx="1498500" cy="189600"/>
          </a:xfrm>
          <a:prstGeom prst="rect">
            <a:avLst/>
          </a:prstGeom>
        </p:spPr>
        <p:txBody>
          <a:bodyPr anchorCtr="0" anchor="t" bIns="0" lIns="0" spcFirstLastPara="1" rIns="0" wrap="square" tIns="0">
            <a:noAutofit/>
          </a:bodyPr>
          <a:lstStyle>
            <a:lvl1pPr lvl="0" algn="ctr">
              <a:spcBef>
                <a:spcPts val="0"/>
              </a:spcBef>
              <a:spcAft>
                <a:spcPts val="0"/>
              </a:spcAft>
              <a:buNone/>
              <a:defRPr sz="1200">
                <a:latin typeface="Montserrat"/>
                <a:ea typeface="Montserrat"/>
                <a:cs typeface="Montserrat"/>
                <a:sym typeface="Montserrat"/>
              </a:defRPr>
            </a:lvl1pPr>
            <a:lvl2pPr lvl="1" algn="ctr">
              <a:spcBef>
                <a:spcPts val="0"/>
              </a:spcBef>
              <a:spcAft>
                <a:spcPts val="0"/>
              </a:spcAft>
              <a:buNone/>
              <a:defRPr sz="1200">
                <a:latin typeface="Montserrat"/>
                <a:ea typeface="Montserrat"/>
                <a:cs typeface="Montserrat"/>
                <a:sym typeface="Montserrat"/>
              </a:defRPr>
            </a:lvl2pPr>
            <a:lvl3pPr lvl="2" algn="ctr">
              <a:spcBef>
                <a:spcPts val="0"/>
              </a:spcBef>
              <a:spcAft>
                <a:spcPts val="0"/>
              </a:spcAft>
              <a:buNone/>
              <a:defRPr sz="1200">
                <a:latin typeface="Montserrat"/>
                <a:ea typeface="Montserrat"/>
                <a:cs typeface="Montserrat"/>
                <a:sym typeface="Montserrat"/>
              </a:defRPr>
            </a:lvl3pPr>
            <a:lvl4pPr lvl="3" algn="ctr">
              <a:spcBef>
                <a:spcPts val="0"/>
              </a:spcBef>
              <a:spcAft>
                <a:spcPts val="0"/>
              </a:spcAft>
              <a:buNone/>
              <a:defRPr sz="1200">
                <a:latin typeface="Montserrat"/>
                <a:ea typeface="Montserrat"/>
                <a:cs typeface="Montserrat"/>
                <a:sym typeface="Montserrat"/>
              </a:defRPr>
            </a:lvl4pPr>
            <a:lvl5pPr lvl="4" algn="ctr">
              <a:spcBef>
                <a:spcPts val="0"/>
              </a:spcBef>
              <a:spcAft>
                <a:spcPts val="0"/>
              </a:spcAft>
              <a:buNone/>
              <a:defRPr sz="1200">
                <a:latin typeface="Montserrat"/>
                <a:ea typeface="Montserrat"/>
                <a:cs typeface="Montserrat"/>
                <a:sym typeface="Montserrat"/>
              </a:defRPr>
            </a:lvl5pPr>
            <a:lvl6pPr lvl="5" algn="ctr">
              <a:spcBef>
                <a:spcPts val="0"/>
              </a:spcBef>
              <a:spcAft>
                <a:spcPts val="0"/>
              </a:spcAft>
              <a:buNone/>
              <a:defRPr sz="1200">
                <a:latin typeface="Montserrat"/>
                <a:ea typeface="Montserrat"/>
                <a:cs typeface="Montserrat"/>
                <a:sym typeface="Montserrat"/>
              </a:defRPr>
            </a:lvl6pPr>
            <a:lvl7pPr lvl="6" algn="ctr">
              <a:spcBef>
                <a:spcPts val="0"/>
              </a:spcBef>
              <a:spcAft>
                <a:spcPts val="0"/>
              </a:spcAft>
              <a:buNone/>
              <a:defRPr sz="1200">
                <a:latin typeface="Montserrat"/>
                <a:ea typeface="Montserrat"/>
                <a:cs typeface="Montserrat"/>
                <a:sym typeface="Montserrat"/>
              </a:defRPr>
            </a:lvl7pPr>
            <a:lvl8pPr lvl="7" algn="ctr">
              <a:spcBef>
                <a:spcPts val="0"/>
              </a:spcBef>
              <a:spcAft>
                <a:spcPts val="0"/>
              </a:spcAft>
              <a:buNone/>
              <a:defRPr sz="1200">
                <a:latin typeface="Montserrat"/>
                <a:ea typeface="Montserrat"/>
                <a:cs typeface="Montserrat"/>
                <a:sym typeface="Montserrat"/>
              </a:defRPr>
            </a:lvl8pPr>
            <a:lvl9pPr lvl="8" algn="ctr">
              <a:spcBef>
                <a:spcPts val="0"/>
              </a:spcBef>
              <a:spcAft>
                <a:spcPts val="0"/>
              </a:spcAft>
              <a:buNone/>
              <a:defRPr sz="1200">
                <a:latin typeface="Montserrat"/>
                <a:ea typeface="Montserrat"/>
                <a:cs typeface="Montserrat"/>
                <a:sym typeface="Montserrat"/>
              </a:defRPr>
            </a:lvl9pPr>
          </a:lstStyle>
          <a:p/>
        </p:txBody>
      </p:sp>
      <p:sp>
        <p:nvSpPr>
          <p:cNvPr id="304" name="Google Shape;304;p35"/>
          <p:cNvSpPr txBox="1"/>
          <p:nvPr>
            <p:ph idx="6"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305" name="Google Shape;305;p35"/>
          <p:cNvSpPr txBox="1"/>
          <p:nvPr>
            <p:ph idx="7" type="title"/>
          </p:nvPr>
        </p:nvSpPr>
        <p:spPr>
          <a:xfrm>
            <a:off x="529575" y="3582694"/>
            <a:ext cx="1498500" cy="189600"/>
          </a:xfrm>
          <a:prstGeom prst="rect">
            <a:avLst/>
          </a:prstGeom>
        </p:spPr>
        <p:txBody>
          <a:bodyPr anchorCtr="0" anchor="t" bIns="0" lIns="0" spcFirstLastPara="1" rIns="0" wrap="square" tIns="0">
            <a:spAutoFit/>
          </a:bodyPr>
          <a:lstStyle>
            <a:lvl1pPr lvl="0" algn="ctr">
              <a:spcBef>
                <a:spcPts val="0"/>
              </a:spcBef>
              <a:spcAft>
                <a:spcPts val="0"/>
              </a:spcAft>
              <a:buNone/>
              <a:defRPr sz="1000">
                <a:solidFill>
                  <a:schemeClr val="lt2"/>
                </a:solidFill>
              </a:defRPr>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306" name="Google Shape;306;p35"/>
          <p:cNvSpPr txBox="1"/>
          <p:nvPr>
            <p:ph idx="8" type="title"/>
          </p:nvPr>
        </p:nvSpPr>
        <p:spPr>
          <a:xfrm>
            <a:off x="2725025" y="3352550"/>
            <a:ext cx="1498500" cy="189600"/>
          </a:xfrm>
          <a:prstGeom prst="rect">
            <a:avLst/>
          </a:prstGeom>
        </p:spPr>
        <p:txBody>
          <a:bodyPr anchorCtr="0" anchor="t" bIns="0" lIns="0" spcFirstLastPara="1" rIns="0" wrap="square" tIns="0">
            <a:noAutofit/>
          </a:bodyPr>
          <a:lstStyle>
            <a:lvl1pPr lvl="0" algn="ctr">
              <a:spcBef>
                <a:spcPts val="0"/>
              </a:spcBef>
              <a:spcAft>
                <a:spcPts val="0"/>
              </a:spcAft>
              <a:buNone/>
              <a:defRPr sz="1200">
                <a:latin typeface="Montserrat"/>
                <a:ea typeface="Montserrat"/>
                <a:cs typeface="Montserrat"/>
                <a:sym typeface="Montserrat"/>
              </a:defRPr>
            </a:lvl1pPr>
            <a:lvl2pPr lvl="1" algn="ctr">
              <a:spcBef>
                <a:spcPts val="0"/>
              </a:spcBef>
              <a:spcAft>
                <a:spcPts val="0"/>
              </a:spcAft>
              <a:buNone/>
              <a:defRPr sz="1200">
                <a:latin typeface="Montserrat"/>
                <a:ea typeface="Montserrat"/>
                <a:cs typeface="Montserrat"/>
                <a:sym typeface="Montserrat"/>
              </a:defRPr>
            </a:lvl2pPr>
            <a:lvl3pPr lvl="2" algn="ctr">
              <a:spcBef>
                <a:spcPts val="0"/>
              </a:spcBef>
              <a:spcAft>
                <a:spcPts val="0"/>
              </a:spcAft>
              <a:buNone/>
              <a:defRPr sz="1200">
                <a:latin typeface="Montserrat"/>
                <a:ea typeface="Montserrat"/>
                <a:cs typeface="Montserrat"/>
                <a:sym typeface="Montserrat"/>
              </a:defRPr>
            </a:lvl3pPr>
            <a:lvl4pPr lvl="3" algn="ctr">
              <a:spcBef>
                <a:spcPts val="0"/>
              </a:spcBef>
              <a:spcAft>
                <a:spcPts val="0"/>
              </a:spcAft>
              <a:buNone/>
              <a:defRPr sz="1200">
                <a:latin typeface="Montserrat"/>
                <a:ea typeface="Montserrat"/>
                <a:cs typeface="Montserrat"/>
                <a:sym typeface="Montserrat"/>
              </a:defRPr>
            </a:lvl4pPr>
            <a:lvl5pPr lvl="4" algn="ctr">
              <a:spcBef>
                <a:spcPts val="0"/>
              </a:spcBef>
              <a:spcAft>
                <a:spcPts val="0"/>
              </a:spcAft>
              <a:buNone/>
              <a:defRPr sz="1200">
                <a:latin typeface="Montserrat"/>
                <a:ea typeface="Montserrat"/>
                <a:cs typeface="Montserrat"/>
                <a:sym typeface="Montserrat"/>
              </a:defRPr>
            </a:lvl5pPr>
            <a:lvl6pPr lvl="5" algn="ctr">
              <a:spcBef>
                <a:spcPts val="0"/>
              </a:spcBef>
              <a:spcAft>
                <a:spcPts val="0"/>
              </a:spcAft>
              <a:buNone/>
              <a:defRPr sz="1200">
                <a:latin typeface="Montserrat"/>
                <a:ea typeface="Montserrat"/>
                <a:cs typeface="Montserrat"/>
                <a:sym typeface="Montserrat"/>
              </a:defRPr>
            </a:lvl6pPr>
            <a:lvl7pPr lvl="6" algn="ctr">
              <a:spcBef>
                <a:spcPts val="0"/>
              </a:spcBef>
              <a:spcAft>
                <a:spcPts val="0"/>
              </a:spcAft>
              <a:buNone/>
              <a:defRPr sz="1200">
                <a:latin typeface="Montserrat"/>
                <a:ea typeface="Montserrat"/>
                <a:cs typeface="Montserrat"/>
                <a:sym typeface="Montserrat"/>
              </a:defRPr>
            </a:lvl7pPr>
            <a:lvl8pPr lvl="7" algn="ctr">
              <a:spcBef>
                <a:spcPts val="0"/>
              </a:spcBef>
              <a:spcAft>
                <a:spcPts val="0"/>
              </a:spcAft>
              <a:buNone/>
              <a:defRPr sz="1200">
                <a:latin typeface="Montserrat"/>
                <a:ea typeface="Montserrat"/>
                <a:cs typeface="Montserrat"/>
                <a:sym typeface="Montserrat"/>
              </a:defRPr>
            </a:lvl8pPr>
            <a:lvl9pPr lvl="8" algn="ctr">
              <a:spcBef>
                <a:spcPts val="0"/>
              </a:spcBef>
              <a:spcAft>
                <a:spcPts val="0"/>
              </a:spcAft>
              <a:buNone/>
              <a:defRPr sz="1200">
                <a:latin typeface="Montserrat"/>
                <a:ea typeface="Montserrat"/>
                <a:cs typeface="Montserrat"/>
                <a:sym typeface="Montserrat"/>
              </a:defRPr>
            </a:lvl9pPr>
          </a:lstStyle>
          <a:p/>
        </p:txBody>
      </p:sp>
      <p:sp>
        <p:nvSpPr>
          <p:cNvPr id="307" name="Google Shape;307;p35"/>
          <p:cNvSpPr txBox="1"/>
          <p:nvPr>
            <p:ph idx="9" type="title"/>
          </p:nvPr>
        </p:nvSpPr>
        <p:spPr>
          <a:xfrm>
            <a:off x="2725025" y="3582694"/>
            <a:ext cx="1498500" cy="189600"/>
          </a:xfrm>
          <a:prstGeom prst="rect">
            <a:avLst/>
          </a:prstGeom>
        </p:spPr>
        <p:txBody>
          <a:bodyPr anchorCtr="0" anchor="t" bIns="0" lIns="0" spcFirstLastPara="1" rIns="0" wrap="square" tIns="0">
            <a:spAutoFit/>
          </a:bodyPr>
          <a:lstStyle>
            <a:lvl1pPr lvl="0" algn="ctr">
              <a:spcBef>
                <a:spcPts val="0"/>
              </a:spcBef>
              <a:spcAft>
                <a:spcPts val="0"/>
              </a:spcAft>
              <a:buNone/>
              <a:defRPr sz="1000">
                <a:solidFill>
                  <a:schemeClr val="lt2"/>
                </a:solidFill>
              </a:defRPr>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308" name="Google Shape;308;p35"/>
          <p:cNvSpPr txBox="1"/>
          <p:nvPr>
            <p:ph idx="13" type="title"/>
          </p:nvPr>
        </p:nvSpPr>
        <p:spPr>
          <a:xfrm>
            <a:off x="4920475" y="3352550"/>
            <a:ext cx="1498500" cy="1896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sz="1200">
                <a:latin typeface="Montserrat"/>
                <a:ea typeface="Montserrat"/>
                <a:cs typeface="Montserrat"/>
                <a:sym typeface="Montserrat"/>
              </a:defRPr>
            </a:lvl1pPr>
            <a:lvl2pPr lvl="1" algn="ctr">
              <a:spcBef>
                <a:spcPts val="0"/>
              </a:spcBef>
              <a:spcAft>
                <a:spcPts val="0"/>
              </a:spcAft>
              <a:buNone/>
              <a:defRPr sz="1200">
                <a:latin typeface="Montserrat"/>
                <a:ea typeface="Montserrat"/>
                <a:cs typeface="Montserrat"/>
                <a:sym typeface="Montserrat"/>
              </a:defRPr>
            </a:lvl2pPr>
            <a:lvl3pPr lvl="2" algn="ctr">
              <a:spcBef>
                <a:spcPts val="0"/>
              </a:spcBef>
              <a:spcAft>
                <a:spcPts val="0"/>
              </a:spcAft>
              <a:buNone/>
              <a:defRPr sz="1200">
                <a:latin typeface="Montserrat"/>
                <a:ea typeface="Montserrat"/>
                <a:cs typeface="Montserrat"/>
                <a:sym typeface="Montserrat"/>
              </a:defRPr>
            </a:lvl3pPr>
            <a:lvl4pPr lvl="3" algn="ctr">
              <a:spcBef>
                <a:spcPts val="0"/>
              </a:spcBef>
              <a:spcAft>
                <a:spcPts val="0"/>
              </a:spcAft>
              <a:buNone/>
              <a:defRPr sz="1200">
                <a:latin typeface="Montserrat"/>
                <a:ea typeface="Montserrat"/>
                <a:cs typeface="Montserrat"/>
                <a:sym typeface="Montserrat"/>
              </a:defRPr>
            </a:lvl4pPr>
            <a:lvl5pPr lvl="4" algn="ctr">
              <a:spcBef>
                <a:spcPts val="0"/>
              </a:spcBef>
              <a:spcAft>
                <a:spcPts val="0"/>
              </a:spcAft>
              <a:buNone/>
              <a:defRPr sz="1200">
                <a:latin typeface="Montserrat"/>
                <a:ea typeface="Montserrat"/>
                <a:cs typeface="Montserrat"/>
                <a:sym typeface="Montserrat"/>
              </a:defRPr>
            </a:lvl5pPr>
            <a:lvl6pPr lvl="5" algn="ctr">
              <a:spcBef>
                <a:spcPts val="0"/>
              </a:spcBef>
              <a:spcAft>
                <a:spcPts val="0"/>
              </a:spcAft>
              <a:buNone/>
              <a:defRPr sz="1200">
                <a:latin typeface="Montserrat"/>
                <a:ea typeface="Montserrat"/>
                <a:cs typeface="Montserrat"/>
                <a:sym typeface="Montserrat"/>
              </a:defRPr>
            </a:lvl6pPr>
            <a:lvl7pPr lvl="6" algn="ctr">
              <a:spcBef>
                <a:spcPts val="0"/>
              </a:spcBef>
              <a:spcAft>
                <a:spcPts val="0"/>
              </a:spcAft>
              <a:buNone/>
              <a:defRPr sz="1200">
                <a:latin typeface="Montserrat"/>
                <a:ea typeface="Montserrat"/>
                <a:cs typeface="Montserrat"/>
                <a:sym typeface="Montserrat"/>
              </a:defRPr>
            </a:lvl7pPr>
            <a:lvl8pPr lvl="7" algn="ctr">
              <a:spcBef>
                <a:spcPts val="0"/>
              </a:spcBef>
              <a:spcAft>
                <a:spcPts val="0"/>
              </a:spcAft>
              <a:buNone/>
              <a:defRPr sz="1200">
                <a:latin typeface="Montserrat"/>
                <a:ea typeface="Montserrat"/>
                <a:cs typeface="Montserrat"/>
                <a:sym typeface="Montserrat"/>
              </a:defRPr>
            </a:lvl8pPr>
            <a:lvl9pPr lvl="8" algn="ctr">
              <a:spcBef>
                <a:spcPts val="0"/>
              </a:spcBef>
              <a:spcAft>
                <a:spcPts val="0"/>
              </a:spcAft>
              <a:buNone/>
              <a:defRPr sz="1200">
                <a:latin typeface="Montserrat"/>
                <a:ea typeface="Montserrat"/>
                <a:cs typeface="Montserrat"/>
                <a:sym typeface="Montserrat"/>
              </a:defRPr>
            </a:lvl9pPr>
          </a:lstStyle>
          <a:p/>
        </p:txBody>
      </p:sp>
      <p:sp>
        <p:nvSpPr>
          <p:cNvPr id="309" name="Google Shape;309;p35"/>
          <p:cNvSpPr txBox="1"/>
          <p:nvPr>
            <p:ph idx="14" type="title"/>
          </p:nvPr>
        </p:nvSpPr>
        <p:spPr>
          <a:xfrm>
            <a:off x="4920475" y="3582694"/>
            <a:ext cx="1498500" cy="189600"/>
          </a:xfrm>
          <a:prstGeom prst="rect">
            <a:avLst/>
          </a:prstGeom>
        </p:spPr>
        <p:txBody>
          <a:bodyPr anchorCtr="0" anchor="t" bIns="0" lIns="0" spcFirstLastPara="1" rIns="0" wrap="square" tIns="0">
            <a:spAutoFit/>
          </a:bodyPr>
          <a:lstStyle>
            <a:lvl1pPr lvl="0" algn="ctr">
              <a:spcBef>
                <a:spcPts val="0"/>
              </a:spcBef>
              <a:spcAft>
                <a:spcPts val="0"/>
              </a:spcAft>
              <a:buNone/>
              <a:defRPr sz="1000">
                <a:solidFill>
                  <a:schemeClr val="lt2"/>
                </a:solidFill>
              </a:defRPr>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310" name="Google Shape;310;p35"/>
          <p:cNvSpPr txBox="1"/>
          <p:nvPr>
            <p:ph idx="15" type="title"/>
          </p:nvPr>
        </p:nvSpPr>
        <p:spPr>
          <a:xfrm>
            <a:off x="7115925" y="3352550"/>
            <a:ext cx="1498500" cy="189600"/>
          </a:xfrm>
          <a:prstGeom prst="rect">
            <a:avLst/>
          </a:prstGeom>
        </p:spPr>
        <p:txBody>
          <a:bodyPr anchorCtr="0" anchor="t" bIns="0" lIns="0" spcFirstLastPara="1" rIns="0" wrap="square" tIns="0">
            <a:noAutofit/>
          </a:bodyPr>
          <a:lstStyle>
            <a:lvl1pPr lvl="0" algn="ctr">
              <a:spcBef>
                <a:spcPts val="0"/>
              </a:spcBef>
              <a:spcAft>
                <a:spcPts val="0"/>
              </a:spcAft>
              <a:buNone/>
              <a:defRPr sz="1200">
                <a:latin typeface="Montserrat"/>
                <a:ea typeface="Montserrat"/>
                <a:cs typeface="Montserrat"/>
                <a:sym typeface="Montserrat"/>
              </a:defRPr>
            </a:lvl1pPr>
            <a:lvl2pPr lvl="1" algn="ctr">
              <a:spcBef>
                <a:spcPts val="0"/>
              </a:spcBef>
              <a:spcAft>
                <a:spcPts val="0"/>
              </a:spcAft>
              <a:buNone/>
              <a:defRPr sz="1200">
                <a:latin typeface="Montserrat"/>
                <a:ea typeface="Montserrat"/>
                <a:cs typeface="Montserrat"/>
                <a:sym typeface="Montserrat"/>
              </a:defRPr>
            </a:lvl2pPr>
            <a:lvl3pPr lvl="2" algn="ctr">
              <a:spcBef>
                <a:spcPts val="0"/>
              </a:spcBef>
              <a:spcAft>
                <a:spcPts val="0"/>
              </a:spcAft>
              <a:buNone/>
              <a:defRPr sz="1200">
                <a:latin typeface="Montserrat"/>
                <a:ea typeface="Montserrat"/>
                <a:cs typeface="Montserrat"/>
                <a:sym typeface="Montserrat"/>
              </a:defRPr>
            </a:lvl3pPr>
            <a:lvl4pPr lvl="3" algn="ctr">
              <a:spcBef>
                <a:spcPts val="0"/>
              </a:spcBef>
              <a:spcAft>
                <a:spcPts val="0"/>
              </a:spcAft>
              <a:buNone/>
              <a:defRPr sz="1200">
                <a:latin typeface="Montserrat"/>
                <a:ea typeface="Montserrat"/>
                <a:cs typeface="Montserrat"/>
                <a:sym typeface="Montserrat"/>
              </a:defRPr>
            </a:lvl4pPr>
            <a:lvl5pPr lvl="4" algn="ctr">
              <a:spcBef>
                <a:spcPts val="0"/>
              </a:spcBef>
              <a:spcAft>
                <a:spcPts val="0"/>
              </a:spcAft>
              <a:buNone/>
              <a:defRPr sz="1200">
                <a:latin typeface="Montserrat"/>
                <a:ea typeface="Montserrat"/>
                <a:cs typeface="Montserrat"/>
                <a:sym typeface="Montserrat"/>
              </a:defRPr>
            </a:lvl5pPr>
            <a:lvl6pPr lvl="5" algn="ctr">
              <a:spcBef>
                <a:spcPts val="0"/>
              </a:spcBef>
              <a:spcAft>
                <a:spcPts val="0"/>
              </a:spcAft>
              <a:buNone/>
              <a:defRPr sz="1200">
                <a:latin typeface="Montserrat"/>
                <a:ea typeface="Montserrat"/>
                <a:cs typeface="Montserrat"/>
                <a:sym typeface="Montserrat"/>
              </a:defRPr>
            </a:lvl6pPr>
            <a:lvl7pPr lvl="6" algn="ctr">
              <a:spcBef>
                <a:spcPts val="0"/>
              </a:spcBef>
              <a:spcAft>
                <a:spcPts val="0"/>
              </a:spcAft>
              <a:buNone/>
              <a:defRPr sz="1200">
                <a:latin typeface="Montserrat"/>
                <a:ea typeface="Montserrat"/>
                <a:cs typeface="Montserrat"/>
                <a:sym typeface="Montserrat"/>
              </a:defRPr>
            </a:lvl7pPr>
            <a:lvl8pPr lvl="7" algn="ctr">
              <a:spcBef>
                <a:spcPts val="0"/>
              </a:spcBef>
              <a:spcAft>
                <a:spcPts val="0"/>
              </a:spcAft>
              <a:buNone/>
              <a:defRPr sz="1200">
                <a:latin typeface="Montserrat"/>
                <a:ea typeface="Montserrat"/>
                <a:cs typeface="Montserrat"/>
                <a:sym typeface="Montserrat"/>
              </a:defRPr>
            </a:lvl8pPr>
            <a:lvl9pPr lvl="8" algn="ctr">
              <a:spcBef>
                <a:spcPts val="0"/>
              </a:spcBef>
              <a:spcAft>
                <a:spcPts val="0"/>
              </a:spcAft>
              <a:buNone/>
              <a:defRPr sz="1200">
                <a:latin typeface="Montserrat"/>
                <a:ea typeface="Montserrat"/>
                <a:cs typeface="Montserrat"/>
                <a:sym typeface="Montserrat"/>
              </a:defRPr>
            </a:lvl9pPr>
          </a:lstStyle>
          <a:p/>
        </p:txBody>
      </p:sp>
      <p:sp>
        <p:nvSpPr>
          <p:cNvPr id="311" name="Google Shape;311;p35"/>
          <p:cNvSpPr txBox="1"/>
          <p:nvPr>
            <p:ph idx="16" type="title"/>
          </p:nvPr>
        </p:nvSpPr>
        <p:spPr>
          <a:xfrm>
            <a:off x="7115925" y="3582694"/>
            <a:ext cx="1498500" cy="189600"/>
          </a:xfrm>
          <a:prstGeom prst="rect">
            <a:avLst/>
          </a:prstGeom>
        </p:spPr>
        <p:txBody>
          <a:bodyPr anchorCtr="0" anchor="t" bIns="0" lIns="0" spcFirstLastPara="1" rIns="0" wrap="square" tIns="0">
            <a:spAutoFit/>
          </a:bodyPr>
          <a:lstStyle>
            <a:lvl1pPr lvl="0" algn="ctr">
              <a:spcBef>
                <a:spcPts val="0"/>
              </a:spcBef>
              <a:spcAft>
                <a:spcPts val="0"/>
              </a:spcAft>
              <a:buNone/>
              <a:defRPr sz="1000">
                <a:solidFill>
                  <a:schemeClr val="lt2"/>
                </a:solidFill>
              </a:defRPr>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312" name="Google Shape;312;p35"/>
          <p:cNvSpPr txBox="1"/>
          <p:nvPr>
            <p:ph idx="1"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storyboards - Alt 1">
  <p:cSld name="BLANK_1_1_1_1_1_1_1_1_1_1_1_1_1_1_1_1_1_1_1_2_1">
    <p:spTree>
      <p:nvGrpSpPr>
        <p:cNvPr id="313" name="Shape 313"/>
        <p:cNvGrpSpPr/>
        <p:nvPr/>
      </p:nvGrpSpPr>
      <p:grpSpPr>
        <a:xfrm>
          <a:off x="0" y="0"/>
          <a:ext cx="0" cy="0"/>
          <a:chOff x="0" y="0"/>
          <a:chExt cx="0" cy="0"/>
        </a:xfrm>
      </p:grpSpPr>
      <p:sp>
        <p:nvSpPr>
          <p:cNvPr id="314" name="Google Shape;314;p36"/>
          <p:cNvSpPr/>
          <p:nvPr>
            <p:ph idx="2" type="pic"/>
          </p:nvPr>
        </p:nvSpPr>
        <p:spPr>
          <a:xfrm>
            <a:off x="2725025" y="1596075"/>
            <a:ext cx="1498500" cy="1498500"/>
          </a:xfrm>
          <a:prstGeom prst="rect">
            <a:avLst/>
          </a:prstGeom>
          <a:noFill/>
          <a:ln>
            <a:noFill/>
          </a:ln>
        </p:spPr>
      </p:sp>
      <p:sp>
        <p:nvSpPr>
          <p:cNvPr id="315" name="Google Shape;315;p36"/>
          <p:cNvSpPr/>
          <p:nvPr>
            <p:ph idx="3" type="pic"/>
          </p:nvPr>
        </p:nvSpPr>
        <p:spPr>
          <a:xfrm>
            <a:off x="7115925" y="1596075"/>
            <a:ext cx="1498500" cy="1498500"/>
          </a:xfrm>
          <a:prstGeom prst="rect">
            <a:avLst/>
          </a:prstGeom>
          <a:noFill/>
          <a:ln>
            <a:noFill/>
          </a:ln>
        </p:spPr>
      </p:sp>
      <p:sp>
        <p:nvSpPr>
          <p:cNvPr id="316" name="Google Shape;316;p36"/>
          <p:cNvSpPr/>
          <p:nvPr>
            <p:ph idx="4" type="pic"/>
          </p:nvPr>
        </p:nvSpPr>
        <p:spPr>
          <a:xfrm>
            <a:off x="4920475" y="1596075"/>
            <a:ext cx="1498500" cy="1498500"/>
          </a:xfrm>
          <a:prstGeom prst="ellipse">
            <a:avLst/>
          </a:prstGeom>
          <a:noFill/>
          <a:ln>
            <a:noFill/>
          </a:ln>
        </p:spPr>
      </p:sp>
      <p:sp>
        <p:nvSpPr>
          <p:cNvPr id="317" name="Google Shape;317;p36"/>
          <p:cNvSpPr/>
          <p:nvPr>
            <p:ph idx="5" type="pic"/>
          </p:nvPr>
        </p:nvSpPr>
        <p:spPr>
          <a:xfrm>
            <a:off x="529575" y="1596075"/>
            <a:ext cx="1498500" cy="1498500"/>
          </a:xfrm>
          <a:prstGeom prst="ellipse">
            <a:avLst/>
          </a:prstGeom>
          <a:noFill/>
          <a:ln>
            <a:noFill/>
          </a:ln>
        </p:spPr>
      </p:sp>
      <p:sp>
        <p:nvSpPr>
          <p:cNvPr id="318" name="Google Shape;318;p36"/>
          <p:cNvSpPr txBox="1"/>
          <p:nvPr>
            <p:ph type="title"/>
          </p:nvPr>
        </p:nvSpPr>
        <p:spPr>
          <a:xfrm>
            <a:off x="529575" y="3352550"/>
            <a:ext cx="1498500" cy="189600"/>
          </a:xfrm>
          <a:prstGeom prst="rect">
            <a:avLst/>
          </a:prstGeom>
        </p:spPr>
        <p:txBody>
          <a:bodyPr anchorCtr="0" anchor="t" bIns="0" lIns="0" spcFirstLastPara="1" rIns="0" wrap="square" tIns="0">
            <a:noAutofit/>
          </a:bodyPr>
          <a:lstStyle>
            <a:lvl1pPr lvl="0" algn="ctr">
              <a:spcBef>
                <a:spcPts val="0"/>
              </a:spcBef>
              <a:spcAft>
                <a:spcPts val="0"/>
              </a:spcAft>
              <a:buNone/>
              <a:defRPr sz="1200">
                <a:latin typeface="Montserrat"/>
                <a:ea typeface="Montserrat"/>
                <a:cs typeface="Montserrat"/>
                <a:sym typeface="Montserrat"/>
              </a:defRPr>
            </a:lvl1pPr>
            <a:lvl2pPr lvl="1" algn="ctr">
              <a:spcBef>
                <a:spcPts val="0"/>
              </a:spcBef>
              <a:spcAft>
                <a:spcPts val="0"/>
              </a:spcAft>
              <a:buNone/>
              <a:defRPr sz="1200">
                <a:latin typeface="Montserrat"/>
                <a:ea typeface="Montserrat"/>
                <a:cs typeface="Montserrat"/>
                <a:sym typeface="Montserrat"/>
              </a:defRPr>
            </a:lvl2pPr>
            <a:lvl3pPr lvl="2" algn="ctr">
              <a:spcBef>
                <a:spcPts val="0"/>
              </a:spcBef>
              <a:spcAft>
                <a:spcPts val="0"/>
              </a:spcAft>
              <a:buNone/>
              <a:defRPr sz="1200">
                <a:latin typeface="Montserrat"/>
                <a:ea typeface="Montserrat"/>
                <a:cs typeface="Montserrat"/>
                <a:sym typeface="Montserrat"/>
              </a:defRPr>
            </a:lvl3pPr>
            <a:lvl4pPr lvl="3" algn="ctr">
              <a:spcBef>
                <a:spcPts val="0"/>
              </a:spcBef>
              <a:spcAft>
                <a:spcPts val="0"/>
              </a:spcAft>
              <a:buNone/>
              <a:defRPr sz="1200">
                <a:latin typeface="Montserrat"/>
                <a:ea typeface="Montserrat"/>
                <a:cs typeface="Montserrat"/>
                <a:sym typeface="Montserrat"/>
              </a:defRPr>
            </a:lvl4pPr>
            <a:lvl5pPr lvl="4" algn="ctr">
              <a:spcBef>
                <a:spcPts val="0"/>
              </a:spcBef>
              <a:spcAft>
                <a:spcPts val="0"/>
              </a:spcAft>
              <a:buNone/>
              <a:defRPr sz="1200">
                <a:latin typeface="Montserrat"/>
                <a:ea typeface="Montserrat"/>
                <a:cs typeface="Montserrat"/>
                <a:sym typeface="Montserrat"/>
              </a:defRPr>
            </a:lvl5pPr>
            <a:lvl6pPr lvl="5" algn="ctr">
              <a:spcBef>
                <a:spcPts val="0"/>
              </a:spcBef>
              <a:spcAft>
                <a:spcPts val="0"/>
              </a:spcAft>
              <a:buNone/>
              <a:defRPr sz="1200">
                <a:latin typeface="Montserrat"/>
                <a:ea typeface="Montserrat"/>
                <a:cs typeface="Montserrat"/>
                <a:sym typeface="Montserrat"/>
              </a:defRPr>
            </a:lvl6pPr>
            <a:lvl7pPr lvl="6" algn="ctr">
              <a:spcBef>
                <a:spcPts val="0"/>
              </a:spcBef>
              <a:spcAft>
                <a:spcPts val="0"/>
              </a:spcAft>
              <a:buNone/>
              <a:defRPr sz="1200">
                <a:latin typeface="Montserrat"/>
                <a:ea typeface="Montserrat"/>
                <a:cs typeface="Montserrat"/>
                <a:sym typeface="Montserrat"/>
              </a:defRPr>
            </a:lvl7pPr>
            <a:lvl8pPr lvl="7" algn="ctr">
              <a:spcBef>
                <a:spcPts val="0"/>
              </a:spcBef>
              <a:spcAft>
                <a:spcPts val="0"/>
              </a:spcAft>
              <a:buNone/>
              <a:defRPr sz="1200">
                <a:latin typeface="Montserrat"/>
                <a:ea typeface="Montserrat"/>
                <a:cs typeface="Montserrat"/>
                <a:sym typeface="Montserrat"/>
              </a:defRPr>
            </a:lvl8pPr>
            <a:lvl9pPr lvl="8" algn="ctr">
              <a:spcBef>
                <a:spcPts val="0"/>
              </a:spcBef>
              <a:spcAft>
                <a:spcPts val="0"/>
              </a:spcAft>
              <a:buNone/>
              <a:defRPr sz="1200">
                <a:latin typeface="Montserrat"/>
                <a:ea typeface="Montserrat"/>
                <a:cs typeface="Montserrat"/>
                <a:sym typeface="Montserrat"/>
              </a:defRPr>
            </a:lvl9pPr>
          </a:lstStyle>
          <a:p/>
        </p:txBody>
      </p:sp>
      <p:sp>
        <p:nvSpPr>
          <p:cNvPr id="319" name="Google Shape;319;p36"/>
          <p:cNvSpPr txBox="1"/>
          <p:nvPr>
            <p:ph idx="6"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320" name="Google Shape;320;p36"/>
          <p:cNvSpPr txBox="1"/>
          <p:nvPr>
            <p:ph idx="7" type="title"/>
          </p:nvPr>
        </p:nvSpPr>
        <p:spPr>
          <a:xfrm>
            <a:off x="529575" y="3582694"/>
            <a:ext cx="1498500" cy="189600"/>
          </a:xfrm>
          <a:prstGeom prst="rect">
            <a:avLst/>
          </a:prstGeom>
        </p:spPr>
        <p:txBody>
          <a:bodyPr anchorCtr="0" anchor="t" bIns="0" lIns="0" spcFirstLastPara="1" rIns="0" wrap="square" tIns="0">
            <a:spAutoFit/>
          </a:bodyPr>
          <a:lstStyle>
            <a:lvl1pPr lvl="0" algn="ctr">
              <a:spcBef>
                <a:spcPts val="0"/>
              </a:spcBef>
              <a:spcAft>
                <a:spcPts val="0"/>
              </a:spcAft>
              <a:buNone/>
              <a:defRPr sz="1000">
                <a:solidFill>
                  <a:schemeClr val="lt2"/>
                </a:solidFill>
              </a:defRPr>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321" name="Google Shape;321;p36"/>
          <p:cNvSpPr txBox="1"/>
          <p:nvPr>
            <p:ph idx="8" type="title"/>
          </p:nvPr>
        </p:nvSpPr>
        <p:spPr>
          <a:xfrm>
            <a:off x="2725025" y="3352550"/>
            <a:ext cx="1498500" cy="189600"/>
          </a:xfrm>
          <a:prstGeom prst="rect">
            <a:avLst/>
          </a:prstGeom>
        </p:spPr>
        <p:txBody>
          <a:bodyPr anchorCtr="0" anchor="t" bIns="0" lIns="0" spcFirstLastPara="1" rIns="0" wrap="square" tIns="0">
            <a:noAutofit/>
          </a:bodyPr>
          <a:lstStyle>
            <a:lvl1pPr lvl="0" algn="ctr">
              <a:spcBef>
                <a:spcPts val="0"/>
              </a:spcBef>
              <a:spcAft>
                <a:spcPts val="0"/>
              </a:spcAft>
              <a:buNone/>
              <a:defRPr sz="1200">
                <a:latin typeface="Montserrat"/>
                <a:ea typeface="Montserrat"/>
                <a:cs typeface="Montserrat"/>
                <a:sym typeface="Montserrat"/>
              </a:defRPr>
            </a:lvl1pPr>
            <a:lvl2pPr lvl="1" algn="ctr">
              <a:spcBef>
                <a:spcPts val="0"/>
              </a:spcBef>
              <a:spcAft>
                <a:spcPts val="0"/>
              </a:spcAft>
              <a:buNone/>
              <a:defRPr sz="1200">
                <a:latin typeface="Montserrat"/>
                <a:ea typeface="Montserrat"/>
                <a:cs typeface="Montserrat"/>
                <a:sym typeface="Montserrat"/>
              </a:defRPr>
            </a:lvl2pPr>
            <a:lvl3pPr lvl="2" algn="ctr">
              <a:spcBef>
                <a:spcPts val="0"/>
              </a:spcBef>
              <a:spcAft>
                <a:spcPts val="0"/>
              </a:spcAft>
              <a:buNone/>
              <a:defRPr sz="1200">
                <a:latin typeface="Montserrat"/>
                <a:ea typeface="Montserrat"/>
                <a:cs typeface="Montserrat"/>
                <a:sym typeface="Montserrat"/>
              </a:defRPr>
            </a:lvl3pPr>
            <a:lvl4pPr lvl="3" algn="ctr">
              <a:spcBef>
                <a:spcPts val="0"/>
              </a:spcBef>
              <a:spcAft>
                <a:spcPts val="0"/>
              </a:spcAft>
              <a:buNone/>
              <a:defRPr sz="1200">
                <a:latin typeface="Montserrat"/>
                <a:ea typeface="Montserrat"/>
                <a:cs typeface="Montserrat"/>
                <a:sym typeface="Montserrat"/>
              </a:defRPr>
            </a:lvl4pPr>
            <a:lvl5pPr lvl="4" algn="ctr">
              <a:spcBef>
                <a:spcPts val="0"/>
              </a:spcBef>
              <a:spcAft>
                <a:spcPts val="0"/>
              </a:spcAft>
              <a:buNone/>
              <a:defRPr sz="1200">
                <a:latin typeface="Montserrat"/>
                <a:ea typeface="Montserrat"/>
                <a:cs typeface="Montserrat"/>
                <a:sym typeface="Montserrat"/>
              </a:defRPr>
            </a:lvl5pPr>
            <a:lvl6pPr lvl="5" algn="ctr">
              <a:spcBef>
                <a:spcPts val="0"/>
              </a:spcBef>
              <a:spcAft>
                <a:spcPts val="0"/>
              </a:spcAft>
              <a:buNone/>
              <a:defRPr sz="1200">
                <a:latin typeface="Montserrat"/>
                <a:ea typeface="Montserrat"/>
                <a:cs typeface="Montserrat"/>
                <a:sym typeface="Montserrat"/>
              </a:defRPr>
            </a:lvl6pPr>
            <a:lvl7pPr lvl="6" algn="ctr">
              <a:spcBef>
                <a:spcPts val="0"/>
              </a:spcBef>
              <a:spcAft>
                <a:spcPts val="0"/>
              </a:spcAft>
              <a:buNone/>
              <a:defRPr sz="1200">
                <a:latin typeface="Montserrat"/>
                <a:ea typeface="Montserrat"/>
                <a:cs typeface="Montserrat"/>
                <a:sym typeface="Montserrat"/>
              </a:defRPr>
            </a:lvl7pPr>
            <a:lvl8pPr lvl="7" algn="ctr">
              <a:spcBef>
                <a:spcPts val="0"/>
              </a:spcBef>
              <a:spcAft>
                <a:spcPts val="0"/>
              </a:spcAft>
              <a:buNone/>
              <a:defRPr sz="1200">
                <a:latin typeface="Montserrat"/>
                <a:ea typeface="Montserrat"/>
                <a:cs typeface="Montserrat"/>
                <a:sym typeface="Montserrat"/>
              </a:defRPr>
            </a:lvl8pPr>
            <a:lvl9pPr lvl="8" algn="ctr">
              <a:spcBef>
                <a:spcPts val="0"/>
              </a:spcBef>
              <a:spcAft>
                <a:spcPts val="0"/>
              </a:spcAft>
              <a:buNone/>
              <a:defRPr sz="1200">
                <a:latin typeface="Montserrat"/>
                <a:ea typeface="Montserrat"/>
                <a:cs typeface="Montserrat"/>
                <a:sym typeface="Montserrat"/>
              </a:defRPr>
            </a:lvl9pPr>
          </a:lstStyle>
          <a:p/>
        </p:txBody>
      </p:sp>
      <p:sp>
        <p:nvSpPr>
          <p:cNvPr id="322" name="Google Shape;322;p36"/>
          <p:cNvSpPr txBox="1"/>
          <p:nvPr>
            <p:ph idx="9" type="title"/>
          </p:nvPr>
        </p:nvSpPr>
        <p:spPr>
          <a:xfrm>
            <a:off x="2725025" y="3582694"/>
            <a:ext cx="1498500" cy="189600"/>
          </a:xfrm>
          <a:prstGeom prst="rect">
            <a:avLst/>
          </a:prstGeom>
        </p:spPr>
        <p:txBody>
          <a:bodyPr anchorCtr="0" anchor="t" bIns="0" lIns="0" spcFirstLastPara="1" rIns="0" wrap="square" tIns="0">
            <a:spAutoFit/>
          </a:bodyPr>
          <a:lstStyle>
            <a:lvl1pPr lvl="0" algn="ctr">
              <a:spcBef>
                <a:spcPts val="0"/>
              </a:spcBef>
              <a:spcAft>
                <a:spcPts val="0"/>
              </a:spcAft>
              <a:buNone/>
              <a:defRPr sz="1000">
                <a:solidFill>
                  <a:schemeClr val="lt2"/>
                </a:solidFill>
              </a:defRPr>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323" name="Google Shape;323;p36"/>
          <p:cNvSpPr txBox="1"/>
          <p:nvPr>
            <p:ph idx="13" type="title"/>
          </p:nvPr>
        </p:nvSpPr>
        <p:spPr>
          <a:xfrm>
            <a:off x="4920475" y="3352550"/>
            <a:ext cx="1498500" cy="1896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sz="1200">
                <a:latin typeface="Montserrat"/>
                <a:ea typeface="Montserrat"/>
                <a:cs typeface="Montserrat"/>
                <a:sym typeface="Montserrat"/>
              </a:defRPr>
            </a:lvl1pPr>
            <a:lvl2pPr lvl="1" algn="ctr">
              <a:spcBef>
                <a:spcPts val="0"/>
              </a:spcBef>
              <a:spcAft>
                <a:spcPts val="0"/>
              </a:spcAft>
              <a:buNone/>
              <a:defRPr sz="1200">
                <a:latin typeface="Montserrat"/>
                <a:ea typeface="Montserrat"/>
                <a:cs typeface="Montserrat"/>
                <a:sym typeface="Montserrat"/>
              </a:defRPr>
            </a:lvl2pPr>
            <a:lvl3pPr lvl="2" algn="ctr">
              <a:spcBef>
                <a:spcPts val="0"/>
              </a:spcBef>
              <a:spcAft>
                <a:spcPts val="0"/>
              </a:spcAft>
              <a:buNone/>
              <a:defRPr sz="1200">
                <a:latin typeface="Montserrat"/>
                <a:ea typeface="Montserrat"/>
                <a:cs typeface="Montserrat"/>
                <a:sym typeface="Montserrat"/>
              </a:defRPr>
            </a:lvl3pPr>
            <a:lvl4pPr lvl="3" algn="ctr">
              <a:spcBef>
                <a:spcPts val="0"/>
              </a:spcBef>
              <a:spcAft>
                <a:spcPts val="0"/>
              </a:spcAft>
              <a:buNone/>
              <a:defRPr sz="1200">
                <a:latin typeface="Montserrat"/>
                <a:ea typeface="Montserrat"/>
                <a:cs typeface="Montserrat"/>
                <a:sym typeface="Montserrat"/>
              </a:defRPr>
            </a:lvl4pPr>
            <a:lvl5pPr lvl="4" algn="ctr">
              <a:spcBef>
                <a:spcPts val="0"/>
              </a:spcBef>
              <a:spcAft>
                <a:spcPts val="0"/>
              </a:spcAft>
              <a:buNone/>
              <a:defRPr sz="1200">
                <a:latin typeface="Montserrat"/>
                <a:ea typeface="Montserrat"/>
                <a:cs typeface="Montserrat"/>
                <a:sym typeface="Montserrat"/>
              </a:defRPr>
            </a:lvl5pPr>
            <a:lvl6pPr lvl="5" algn="ctr">
              <a:spcBef>
                <a:spcPts val="0"/>
              </a:spcBef>
              <a:spcAft>
                <a:spcPts val="0"/>
              </a:spcAft>
              <a:buNone/>
              <a:defRPr sz="1200">
                <a:latin typeface="Montserrat"/>
                <a:ea typeface="Montserrat"/>
                <a:cs typeface="Montserrat"/>
                <a:sym typeface="Montserrat"/>
              </a:defRPr>
            </a:lvl6pPr>
            <a:lvl7pPr lvl="6" algn="ctr">
              <a:spcBef>
                <a:spcPts val="0"/>
              </a:spcBef>
              <a:spcAft>
                <a:spcPts val="0"/>
              </a:spcAft>
              <a:buNone/>
              <a:defRPr sz="1200">
                <a:latin typeface="Montserrat"/>
                <a:ea typeface="Montserrat"/>
                <a:cs typeface="Montserrat"/>
                <a:sym typeface="Montserrat"/>
              </a:defRPr>
            </a:lvl7pPr>
            <a:lvl8pPr lvl="7" algn="ctr">
              <a:spcBef>
                <a:spcPts val="0"/>
              </a:spcBef>
              <a:spcAft>
                <a:spcPts val="0"/>
              </a:spcAft>
              <a:buNone/>
              <a:defRPr sz="1200">
                <a:latin typeface="Montserrat"/>
                <a:ea typeface="Montserrat"/>
                <a:cs typeface="Montserrat"/>
                <a:sym typeface="Montserrat"/>
              </a:defRPr>
            </a:lvl8pPr>
            <a:lvl9pPr lvl="8" algn="ctr">
              <a:spcBef>
                <a:spcPts val="0"/>
              </a:spcBef>
              <a:spcAft>
                <a:spcPts val="0"/>
              </a:spcAft>
              <a:buNone/>
              <a:defRPr sz="1200">
                <a:latin typeface="Montserrat"/>
                <a:ea typeface="Montserrat"/>
                <a:cs typeface="Montserrat"/>
                <a:sym typeface="Montserrat"/>
              </a:defRPr>
            </a:lvl9pPr>
          </a:lstStyle>
          <a:p/>
        </p:txBody>
      </p:sp>
      <p:sp>
        <p:nvSpPr>
          <p:cNvPr id="324" name="Google Shape;324;p36"/>
          <p:cNvSpPr txBox="1"/>
          <p:nvPr>
            <p:ph idx="14" type="title"/>
          </p:nvPr>
        </p:nvSpPr>
        <p:spPr>
          <a:xfrm>
            <a:off x="4920475" y="3582694"/>
            <a:ext cx="1498500" cy="189600"/>
          </a:xfrm>
          <a:prstGeom prst="rect">
            <a:avLst/>
          </a:prstGeom>
        </p:spPr>
        <p:txBody>
          <a:bodyPr anchorCtr="0" anchor="t" bIns="0" lIns="0" spcFirstLastPara="1" rIns="0" wrap="square" tIns="0">
            <a:spAutoFit/>
          </a:bodyPr>
          <a:lstStyle>
            <a:lvl1pPr lvl="0" algn="ctr">
              <a:spcBef>
                <a:spcPts val="0"/>
              </a:spcBef>
              <a:spcAft>
                <a:spcPts val="0"/>
              </a:spcAft>
              <a:buNone/>
              <a:defRPr sz="1000">
                <a:solidFill>
                  <a:schemeClr val="lt2"/>
                </a:solidFill>
              </a:defRPr>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325" name="Google Shape;325;p36"/>
          <p:cNvSpPr txBox="1"/>
          <p:nvPr>
            <p:ph idx="15" type="title"/>
          </p:nvPr>
        </p:nvSpPr>
        <p:spPr>
          <a:xfrm>
            <a:off x="7115925" y="3352550"/>
            <a:ext cx="1498500" cy="189600"/>
          </a:xfrm>
          <a:prstGeom prst="rect">
            <a:avLst/>
          </a:prstGeom>
        </p:spPr>
        <p:txBody>
          <a:bodyPr anchorCtr="0" anchor="t" bIns="0" lIns="0" spcFirstLastPara="1" rIns="0" wrap="square" tIns="0">
            <a:noAutofit/>
          </a:bodyPr>
          <a:lstStyle>
            <a:lvl1pPr lvl="0" algn="ctr">
              <a:spcBef>
                <a:spcPts val="0"/>
              </a:spcBef>
              <a:spcAft>
                <a:spcPts val="0"/>
              </a:spcAft>
              <a:buNone/>
              <a:defRPr sz="1200">
                <a:latin typeface="Montserrat"/>
                <a:ea typeface="Montserrat"/>
                <a:cs typeface="Montserrat"/>
                <a:sym typeface="Montserrat"/>
              </a:defRPr>
            </a:lvl1pPr>
            <a:lvl2pPr lvl="1" algn="ctr">
              <a:spcBef>
                <a:spcPts val="0"/>
              </a:spcBef>
              <a:spcAft>
                <a:spcPts val="0"/>
              </a:spcAft>
              <a:buNone/>
              <a:defRPr sz="1200">
                <a:latin typeface="Montserrat"/>
                <a:ea typeface="Montserrat"/>
                <a:cs typeface="Montserrat"/>
                <a:sym typeface="Montserrat"/>
              </a:defRPr>
            </a:lvl2pPr>
            <a:lvl3pPr lvl="2" algn="ctr">
              <a:spcBef>
                <a:spcPts val="0"/>
              </a:spcBef>
              <a:spcAft>
                <a:spcPts val="0"/>
              </a:spcAft>
              <a:buNone/>
              <a:defRPr sz="1200">
                <a:latin typeface="Montserrat"/>
                <a:ea typeface="Montserrat"/>
                <a:cs typeface="Montserrat"/>
                <a:sym typeface="Montserrat"/>
              </a:defRPr>
            </a:lvl3pPr>
            <a:lvl4pPr lvl="3" algn="ctr">
              <a:spcBef>
                <a:spcPts val="0"/>
              </a:spcBef>
              <a:spcAft>
                <a:spcPts val="0"/>
              </a:spcAft>
              <a:buNone/>
              <a:defRPr sz="1200">
                <a:latin typeface="Montserrat"/>
                <a:ea typeface="Montserrat"/>
                <a:cs typeface="Montserrat"/>
                <a:sym typeface="Montserrat"/>
              </a:defRPr>
            </a:lvl4pPr>
            <a:lvl5pPr lvl="4" algn="ctr">
              <a:spcBef>
                <a:spcPts val="0"/>
              </a:spcBef>
              <a:spcAft>
                <a:spcPts val="0"/>
              </a:spcAft>
              <a:buNone/>
              <a:defRPr sz="1200">
                <a:latin typeface="Montserrat"/>
                <a:ea typeface="Montserrat"/>
                <a:cs typeface="Montserrat"/>
                <a:sym typeface="Montserrat"/>
              </a:defRPr>
            </a:lvl5pPr>
            <a:lvl6pPr lvl="5" algn="ctr">
              <a:spcBef>
                <a:spcPts val="0"/>
              </a:spcBef>
              <a:spcAft>
                <a:spcPts val="0"/>
              </a:spcAft>
              <a:buNone/>
              <a:defRPr sz="1200">
                <a:latin typeface="Montserrat"/>
                <a:ea typeface="Montserrat"/>
                <a:cs typeface="Montserrat"/>
                <a:sym typeface="Montserrat"/>
              </a:defRPr>
            </a:lvl6pPr>
            <a:lvl7pPr lvl="6" algn="ctr">
              <a:spcBef>
                <a:spcPts val="0"/>
              </a:spcBef>
              <a:spcAft>
                <a:spcPts val="0"/>
              </a:spcAft>
              <a:buNone/>
              <a:defRPr sz="1200">
                <a:latin typeface="Montserrat"/>
                <a:ea typeface="Montserrat"/>
                <a:cs typeface="Montserrat"/>
                <a:sym typeface="Montserrat"/>
              </a:defRPr>
            </a:lvl7pPr>
            <a:lvl8pPr lvl="7" algn="ctr">
              <a:spcBef>
                <a:spcPts val="0"/>
              </a:spcBef>
              <a:spcAft>
                <a:spcPts val="0"/>
              </a:spcAft>
              <a:buNone/>
              <a:defRPr sz="1200">
                <a:latin typeface="Montserrat"/>
                <a:ea typeface="Montserrat"/>
                <a:cs typeface="Montserrat"/>
                <a:sym typeface="Montserrat"/>
              </a:defRPr>
            </a:lvl8pPr>
            <a:lvl9pPr lvl="8" algn="ctr">
              <a:spcBef>
                <a:spcPts val="0"/>
              </a:spcBef>
              <a:spcAft>
                <a:spcPts val="0"/>
              </a:spcAft>
              <a:buNone/>
              <a:defRPr sz="1200">
                <a:latin typeface="Montserrat"/>
                <a:ea typeface="Montserrat"/>
                <a:cs typeface="Montserrat"/>
                <a:sym typeface="Montserrat"/>
              </a:defRPr>
            </a:lvl9pPr>
          </a:lstStyle>
          <a:p/>
        </p:txBody>
      </p:sp>
      <p:sp>
        <p:nvSpPr>
          <p:cNvPr id="326" name="Google Shape;326;p36"/>
          <p:cNvSpPr txBox="1"/>
          <p:nvPr>
            <p:ph idx="16" type="title"/>
          </p:nvPr>
        </p:nvSpPr>
        <p:spPr>
          <a:xfrm>
            <a:off x="7115925" y="3582694"/>
            <a:ext cx="1498500" cy="189600"/>
          </a:xfrm>
          <a:prstGeom prst="rect">
            <a:avLst/>
          </a:prstGeom>
        </p:spPr>
        <p:txBody>
          <a:bodyPr anchorCtr="0" anchor="t" bIns="0" lIns="0" spcFirstLastPara="1" rIns="0" wrap="square" tIns="0">
            <a:spAutoFit/>
          </a:bodyPr>
          <a:lstStyle>
            <a:lvl1pPr lvl="0" algn="ctr">
              <a:spcBef>
                <a:spcPts val="0"/>
              </a:spcBef>
              <a:spcAft>
                <a:spcPts val="0"/>
              </a:spcAft>
              <a:buNone/>
              <a:defRPr sz="1000">
                <a:solidFill>
                  <a:schemeClr val="lt2"/>
                </a:solidFill>
              </a:defRPr>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327" name="Google Shape;327;p36"/>
          <p:cNvSpPr txBox="1"/>
          <p:nvPr>
            <p:ph idx="1" type="body"/>
          </p:nvPr>
        </p:nvSpPr>
        <p:spPr>
          <a:xfrm>
            <a:off x="2432125" y="3851275"/>
            <a:ext cx="2085000" cy="775800"/>
          </a:xfrm>
          <a:prstGeom prst="rect">
            <a:avLst/>
          </a:prstGeom>
        </p:spPr>
        <p:txBody>
          <a:bodyPr anchorCtr="0" anchor="t" bIns="0" lIns="91425" spcFirstLastPara="1" rIns="91425" wrap="square" tIns="0">
            <a:spAutoFit/>
          </a:bodyPr>
          <a:lstStyle>
            <a:lvl1pPr indent="-285750" lvl="0" marL="457200" algn="ctr">
              <a:lnSpc>
                <a:spcPct val="115000"/>
              </a:lnSpc>
              <a:spcBef>
                <a:spcPts val="0"/>
              </a:spcBef>
              <a:spcAft>
                <a:spcPts val="0"/>
              </a:spcAft>
              <a:buClr>
                <a:schemeClr val="lt2"/>
              </a:buClr>
              <a:buSzPts val="900"/>
              <a:buFont typeface="Montserrat"/>
              <a:buChar char="●"/>
              <a:defRPr/>
            </a:lvl1pPr>
            <a:lvl2pPr indent="-285750" lvl="1" marL="914400" algn="ctr">
              <a:lnSpc>
                <a:spcPct val="115000"/>
              </a:lnSpc>
              <a:spcBef>
                <a:spcPts val="0"/>
              </a:spcBef>
              <a:spcAft>
                <a:spcPts val="0"/>
              </a:spcAft>
              <a:buClr>
                <a:schemeClr val="lt2"/>
              </a:buClr>
              <a:buSzPts val="900"/>
              <a:buFont typeface="Montserrat"/>
              <a:buChar char="○"/>
              <a:defRPr/>
            </a:lvl2pPr>
            <a:lvl3pPr indent="-285750" lvl="2" marL="1371600" algn="ctr">
              <a:lnSpc>
                <a:spcPct val="115000"/>
              </a:lnSpc>
              <a:spcBef>
                <a:spcPts val="0"/>
              </a:spcBef>
              <a:spcAft>
                <a:spcPts val="0"/>
              </a:spcAft>
              <a:buClr>
                <a:schemeClr val="lt2"/>
              </a:buClr>
              <a:buSzPts val="900"/>
              <a:buFont typeface="Montserrat"/>
              <a:buChar char="■"/>
              <a:defRPr/>
            </a:lvl3pPr>
            <a:lvl4pPr indent="-285750" lvl="3" marL="1828800" algn="ctr">
              <a:lnSpc>
                <a:spcPct val="115000"/>
              </a:lnSpc>
              <a:spcBef>
                <a:spcPts val="0"/>
              </a:spcBef>
              <a:spcAft>
                <a:spcPts val="0"/>
              </a:spcAft>
              <a:buClr>
                <a:schemeClr val="lt2"/>
              </a:buClr>
              <a:buSzPts val="900"/>
              <a:buFont typeface="Montserrat"/>
              <a:buChar char="●"/>
              <a:defRPr/>
            </a:lvl4pPr>
            <a:lvl5pPr indent="-285750" lvl="4" marL="2286000" algn="ctr">
              <a:lnSpc>
                <a:spcPct val="115000"/>
              </a:lnSpc>
              <a:spcBef>
                <a:spcPts val="0"/>
              </a:spcBef>
              <a:spcAft>
                <a:spcPts val="0"/>
              </a:spcAft>
              <a:buClr>
                <a:schemeClr val="lt2"/>
              </a:buClr>
              <a:buSzPts val="900"/>
              <a:buFont typeface="Montserrat"/>
              <a:buChar char="○"/>
              <a:defRPr/>
            </a:lvl5pPr>
            <a:lvl6pPr indent="-285750" lvl="5" marL="2743200" algn="ctr">
              <a:lnSpc>
                <a:spcPct val="115000"/>
              </a:lnSpc>
              <a:spcBef>
                <a:spcPts val="0"/>
              </a:spcBef>
              <a:spcAft>
                <a:spcPts val="0"/>
              </a:spcAft>
              <a:buClr>
                <a:schemeClr val="lt2"/>
              </a:buClr>
              <a:buSzPts val="900"/>
              <a:buFont typeface="Montserrat"/>
              <a:buChar char="■"/>
              <a:defRPr/>
            </a:lvl6pPr>
            <a:lvl7pPr indent="-285750" lvl="6" marL="3200400" algn="ctr">
              <a:lnSpc>
                <a:spcPct val="115000"/>
              </a:lnSpc>
              <a:spcBef>
                <a:spcPts val="0"/>
              </a:spcBef>
              <a:spcAft>
                <a:spcPts val="0"/>
              </a:spcAft>
              <a:buClr>
                <a:schemeClr val="lt2"/>
              </a:buClr>
              <a:buSzPts val="900"/>
              <a:buFont typeface="Montserrat"/>
              <a:buChar char="●"/>
              <a:defRPr/>
            </a:lvl7pPr>
            <a:lvl8pPr indent="-285750" lvl="7" marL="3657600" algn="ctr">
              <a:lnSpc>
                <a:spcPct val="115000"/>
              </a:lnSpc>
              <a:spcBef>
                <a:spcPts val="0"/>
              </a:spcBef>
              <a:spcAft>
                <a:spcPts val="0"/>
              </a:spcAft>
              <a:buClr>
                <a:schemeClr val="lt2"/>
              </a:buClr>
              <a:buSzPts val="900"/>
              <a:buFont typeface="Montserrat"/>
              <a:buChar char="○"/>
              <a:defRPr/>
            </a:lvl8pPr>
            <a:lvl9pPr indent="-285750" lvl="8" marL="4114800" algn="ctr">
              <a:lnSpc>
                <a:spcPct val="115000"/>
              </a:lnSpc>
              <a:spcBef>
                <a:spcPts val="0"/>
              </a:spcBef>
              <a:spcAft>
                <a:spcPts val="0"/>
              </a:spcAft>
              <a:buClr>
                <a:schemeClr val="lt2"/>
              </a:buClr>
              <a:buSzPts val="900"/>
              <a:buFont typeface="Montserrat"/>
              <a:buChar char="■"/>
              <a:defRPr/>
            </a:lvl9pPr>
          </a:lstStyle>
          <a:p/>
        </p:txBody>
      </p:sp>
      <p:sp>
        <p:nvSpPr>
          <p:cNvPr id="328" name="Google Shape;328;p36"/>
          <p:cNvSpPr txBox="1"/>
          <p:nvPr>
            <p:ph idx="17" type="body"/>
          </p:nvPr>
        </p:nvSpPr>
        <p:spPr>
          <a:xfrm>
            <a:off x="256025" y="3851275"/>
            <a:ext cx="2066400" cy="775800"/>
          </a:xfrm>
          <a:prstGeom prst="rect">
            <a:avLst/>
          </a:prstGeom>
        </p:spPr>
        <p:txBody>
          <a:bodyPr anchorCtr="0" anchor="t" bIns="0" lIns="91425" spcFirstLastPara="1" rIns="91425" wrap="square" tIns="0">
            <a:spAutoFit/>
          </a:bodyPr>
          <a:lstStyle>
            <a:lvl1pPr indent="-285750" lvl="0" marL="457200" algn="ctr">
              <a:lnSpc>
                <a:spcPct val="115000"/>
              </a:lnSpc>
              <a:spcBef>
                <a:spcPts val="0"/>
              </a:spcBef>
              <a:spcAft>
                <a:spcPts val="0"/>
              </a:spcAft>
              <a:buClr>
                <a:schemeClr val="lt2"/>
              </a:buClr>
              <a:buSzPts val="900"/>
              <a:buFont typeface="Montserrat"/>
              <a:buChar char="●"/>
              <a:defRPr/>
            </a:lvl1pPr>
            <a:lvl2pPr indent="-285750" lvl="1" marL="914400" algn="ctr">
              <a:lnSpc>
                <a:spcPct val="115000"/>
              </a:lnSpc>
              <a:spcBef>
                <a:spcPts val="0"/>
              </a:spcBef>
              <a:spcAft>
                <a:spcPts val="0"/>
              </a:spcAft>
              <a:buClr>
                <a:schemeClr val="lt2"/>
              </a:buClr>
              <a:buSzPts val="900"/>
              <a:buFont typeface="Montserrat"/>
              <a:buChar char="○"/>
              <a:defRPr/>
            </a:lvl2pPr>
            <a:lvl3pPr indent="-285750" lvl="2" marL="1371600" algn="ctr">
              <a:lnSpc>
                <a:spcPct val="115000"/>
              </a:lnSpc>
              <a:spcBef>
                <a:spcPts val="0"/>
              </a:spcBef>
              <a:spcAft>
                <a:spcPts val="0"/>
              </a:spcAft>
              <a:buClr>
                <a:schemeClr val="lt2"/>
              </a:buClr>
              <a:buSzPts val="900"/>
              <a:buFont typeface="Montserrat"/>
              <a:buChar char="■"/>
              <a:defRPr/>
            </a:lvl3pPr>
            <a:lvl4pPr indent="-285750" lvl="3" marL="1828800" algn="ctr">
              <a:lnSpc>
                <a:spcPct val="115000"/>
              </a:lnSpc>
              <a:spcBef>
                <a:spcPts val="0"/>
              </a:spcBef>
              <a:spcAft>
                <a:spcPts val="0"/>
              </a:spcAft>
              <a:buClr>
                <a:schemeClr val="lt2"/>
              </a:buClr>
              <a:buSzPts val="900"/>
              <a:buFont typeface="Montserrat"/>
              <a:buChar char="●"/>
              <a:defRPr/>
            </a:lvl4pPr>
            <a:lvl5pPr indent="-285750" lvl="4" marL="2286000" algn="ctr">
              <a:lnSpc>
                <a:spcPct val="115000"/>
              </a:lnSpc>
              <a:spcBef>
                <a:spcPts val="0"/>
              </a:spcBef>
              <a:spcAft>
                <a:spcPts val="0"/>
              </a:spcAft>
              <a:buClr>
                <a:schemeClr val="lt2"/>
              </a:buClr>
              <a:buSzPts val="900"/>
              <a:buFont typeface="Montserrat"/>
              <a:buChar char="○"/>
              <a:defRPr/>
            </a:lvl5pPr>
            <a:lvl6pPr indent="-285750" lvl="5" marL="2743200" algn="ctr">
              <a:lnSpc>
                <a:spcPct val="115000"/>
              </a:lnSpc>
              <a:spcBef>
                <a:spcPts val="0"/>
              </a:spcBef>
              <a:spcAft>
                <a:spcPts val="0"/>
              </a:spcAft>
              <a:buClr>
                <a:schemeClr val="lt2"/>
              </a:buClr>
              <a:buSzPts val="900"/>
              <a:buFont typeface="Montserrat"/>
              <a:buChar char="■"/>
              <a:defRPr/>
            </a:lvl6pPr>
            <a:lvl7pPr indent="-285750" lvl="6" marL="3200400" algn="ctr">
              <a:lnSpc>
                <a:spcPct val="115000"/>
              </a:lnSpc>
              <a:spcBef>
                <a:spcPts val="0"/>
              </a:spcBef>
              <a:spcAft>
                <a:spcPts val="0"/>
              </a:spcAft>
              <a:buClr>
                <a:schemeClr val="lt2"/>
              </a:buClr>
              <a:buSzPts val="900"/>
              <a:buFont typeface="Montserrat"/>
              <a:buChar char="●"/>
              <a:defRPr/>
            </a:lvl7pPr>
            <a:lvl8pPr indent="-285750" lvl="7" marL="3657600" algn="ctr">
              <a:lnSpc>
                <a:spcPct val="115000"/>
              </a:lnSpc>
              <a:spcBef>
                <a:spcPts val="0"/>
              </a:spcBef>
              <a:spcAft>
                <a:spcPts val="0"/>
              </a:spcAft>
              <a:buClr>
                <a:schemeClr val="lt2"/>
              </a:buClr>
              <a:buSzPts val="900"/>
              <a:buFont typeface="Montserrat"/>
              <a:buChar char="○"/>
              <a:defRPr/>
            </a:lvl8pPr>
            <a:lvl9pPr indent="-285750" lvl="8" marL="4114800" algn="ctr">
              <a:lnSpc>
                <a:spcPct val="115000"/>
              </a:lnSpc>
              <a:spcBef>
                <a:spcPts val="0"/>
              </a:spcBef>
              <a:spcAft>
                <a:spcPts val="0"/>
              </a:spcAft>
              <a:buClr>
                <a:schemeClr val="lt2"/>
              </a:buClr>
              <a:buSzPts val="900"/>
              <a:buFont typeface="Montserrat"/>
              <a:buChar char="■"/>
              <a:defRPr/>
            </a:lvl9pPr>
          </a:lstStyle>
          <a:p/>
        </p:txBody>
      </p:sp>
      <p:sp>
        <p:nvSpPr>
          <p:cNvPr id="329" name="Google Shape;329;p36"/>
          <p:cNvSpPr txBox="1"/>
          <p:nvPr>
            <p:ph idx="18" type="body"/>
          </p:nvPr>
        </p:nvSpPr>
        <p:spPr>
          <a:xfrm>
            <a:off x="6821675" y="3851275"/>
            <a:ext cx="2066400" cy="775800"/>
          </a:xfrm>
          <a:prstGeom prst="rect">
            <a:avLst/>
          </a:prstGeom>
        </p:spPr>
        <p:txBody>
          <a:bodyPr anchorCtr="0" anchor="t" bIns="0" lIns="91425" spcFirstLastPara="1" rIns="91425" wrap="square" tIns="0">
            <a:spAutoFit/>
          </a:bodyPr>
          <a:lstStyle>
            <a:lvl1pPr indent="-285750" lvl="0" marL="457200" algn="ctr">
              <a:lnSpc>
                <a:spcPct val="115000"/>
              </a:lnSpc>
              <a:spcBef>
                <a:spcPts val="0"/>
              </a:spcBef>
              <a:spcAft>
                <a:spcPts val="0"/>
              </a:spcAft>
              <a:buClr>
                <a:schemeClr val="lt2"/>
              </a:buClr>
              <a:buSzPts val="900"/>
              <a:buFont typeface="Montserrat"/>
              <a:buChar char="●"/>
              <a:defRPr/>
            </a:lvl1pPr>
            <a:lvl2pPr indent="-285750" lvl="1" marL="914400" algn="ctr">
              <a:lnSpc>
                <a:spcPct val="115000"/>
              </a:lnSpc>
              <a:spcBef>
                <a:spcPts val="0"/>
              </a:spcBef>
              <a:spcAft>
                <a:spcPts val="0"/>
              </a:spcAft>
              <a:buClr>
                <a:schemeClr val="lt2"/>
              </a:buClr>
              <a:buSzPts val="900"/>
              <a:buFont typeface="Montserrat"/>
              <a:buChar char="○"/>
              <a:defRPr/>
            </a:lvl2pPr>
            <a:lvl3pPr indent="-285750" lvl="2" marL="1371600" algn="ctr">
              <a:lnSpc>
                <a:spcPct val="115000"/>
              </a:lnSpc>
              <a:spcBef>
                <a:spcPts val="0"/>
              </a:spcBef>
              <a:spcAft>
                <a:spcPts val="0"/>
              </a:spcAft>
              <a:buClr>
                <a:schemeClr val="lt2"/>
              </a:buClr>
              <a:buSzPts val="900"/>
              <a:buFont typeface="Montserrat"/>
              <a:buChar char="■"/>
              <a:defRPr/>
            </a:lvl3pPr>
            <a:lvl4pPr indent="-285750" lvl="3" marL="1828800" algn="ctr">
              <a:lnSpc>
                <a:spcPct val="115000"/>
              </a:lnSpc>
              <a:spcBef>
                <a:spcPts val="0"/>
              </a:spcBef>
              <a:spcAft>
                <a:spcPts val="0"/>
              </a:spcAft>
              <a:buClr>
                <a:schemeClr val="lt2"/>
              </a:buClr>
              <a:buSzPts val="900"/>
              <a:buFont typeface="Montserrat"/>
              <a:buChar char="●"/>
              <a:defRPr/>
            </a:lvl4pPr>
            <a:lvl5pPr indent="-285750" lvl="4" marL="2286000" algn="ctr">
              <a:lnSpc>
                <a:spcPct val="115000"/>
              </a:lnSpc>
              <a:spcBef>
                <a:spcPts val="0"/>
              </a:spcBef>
              <a:spcAft>
                <a:spcPts val="0"/>
              </a:spcAft>
              <a:buClr>
                <a:schemeClr val="lt2"/>
              </a:buClr>
              <a:buSzPts val="900"/>
              <a:buFont typeface="Montserrat"/>
              <a:buChar char="○"/>
              <a:defRPr/>
            </a:lvl5pPr>
            <a:lvl6pPr indent="-285750" lvl="5" marL="2743200" algn="ctr">
              <a:lnSpc>
                <a:spcPct val="115000"/>
              </a:lnSpc>
              <a:spcBef>
                <a:spcPts val="0"/>
              </a:spcBef>
              <a:spcAft>
                <a:spcPts val="0"/>
              </a:spcAft>
              <a:buClr>
                <a:schemeClr val="lt2"/>
              </a:buClr>
              <a:buSzPts val="900"/>
              <a:buFont typeface="Montserrat"/>
              <a:buChar char="■"/>
              <a:defRPr/>
            </a:lvl6pPr>
            <a:lvl7pPr indent="-285750" lvl="6" marL="3200400" algn="ctr">
              <a:lnSpc>
                <a:spcPct val="115000"/>
              </a:lnSpc>
              <a:spcBef>
                <a:spcPts val="0"/>
              </a:spcBef>
              <a:spcAft>
                <a:spcPts val="0"/>
              </a:spcAft>
              <a:buClr>
                <a:schemeClr val="lt2"/>
              </a:buClr>
              <a:buSzPts val="900"/>
              <a:buFont typeface="Montserrat"/>
              <a:buChar char="●"/>
              <a:defRPr/>
            </a:lvl7pPr>
            <a:lvl8pPr indent="-285750" lvl="7" marL="3657600" algn="ctr">
              <a:lnSpc>
                <a:spcPct val="115000"/>
              </a:lnSpc>
              <a:spcBef>
                <a:spcPts val="0"/>
              </a:spcBef>
              <a:spcAft>
                <a:spcPts val="0"/>
              </a:spcAft>
              <a:buClr>
                <a:schemeClr val="lt2"/>
              </a:buClr>
              <a:buSzPts val="900"/>
              <a:buFont typeface="Montserrat"/>
              <a:buChar char="○"/>
              <a:defRPr/>
            </a:lvl8pPr>
            <a:lvl9pPr indent="-285750" lvl="8" marL="4114800" algn="ctr">
              <a:lnSpc>
                <a:spcPct val="115000"/>
              </a:lnSpc>
              <a:spcBef>
                <a:spcPts val="0"/>
              </a:spcBef>
              <a:spcAft>
                <a:spcPts val="0"/>
              </a:spcAft>
              <a:buClr>
                <a:schemeClr val="lt2"/>
              </a:buClr>
              <a:buSzPts val="900"/>
              <a:buFont typeface="Montserrat"/>
              <a:buChar char="■"/>
              <a:defRPr/>
            </a:lvl9pPr>
          </a:lstStyle>
          <a:p/>
        </p:txBody>
      </p:sp>
      <p:sp>
        <p:nvSpPr>
          <p:cNvPr id="330" name="Google Shape;330;p36"/>
          <p:cNvSpPr txBox="1"/>
          <p:nvPr>
            <p:ph idx="19" type="body"/>
          </p:nvPr>
        </p:nvSpPr>
        <p:spPr>
          <a:xfrm>
            <a:off x="4629100" y="3851275"/>
            <a:ext cx="2085000" cy="775800"/>
          </a:xfrm>
          <a:prstGeom prst="rect">
            <a:avLst/>
          </a:prstGeom>
        </p:spPr>
        <p:txBody>
          <a:bodyPr anchorCtr="0" anchor="t" bIns="0" lIns="91425" spcFirstLastPara="1" rIns="91425" wrap="square" tIns="0">
            <a:spAutoFit/>
          </a:bodyPr>
          <a:lstStyle>
            <a:lvl1pPr indent="-285750" lvl="0" marL="457200" algn="ctr">
              <a:spcBef>
                <a:spcPts val="0"/>
              </a:spcBef>
              <a:spcAft>
                <a:spcPts val="0"/>
              </a:spcAft>
              <a:buClr>
                <a:schemeClr val="lt2"/>
              </a:buClr>
              <a:buSzPts val="900"/>
              <a:buFont typeface="Montserrat"/>
              <a:buChar char="●"/>
              <a:defRPr/>
            </a:lvl1pPr>
            <a:lvl2pPr indent="-285750" lvl="1" marL="914400" algn="ctr">
              <a:spcBef>
                <a:spcPts val="0"/>
              </a:spcBef>
              <a:spcAft>
                <a:spcPts val="0"/>
              </a:spcAft>
              <a:buClr>
                <a:schemeClr val="lt2"/>
              </a:buClr>
              <a:buSzPts val="900"/>
              <a:buFont typeface="Montserrat"/>
              <a:buChar char="○"/>
              <a:defRPr/>
            </a:lvl2pPr>
            <a:lvl3pPr indent="-285750" lvl="2" marL="1371600" algn="ctr">
              <a:spcBef>
                <a:spcPts val="0"/>
              </a:spcBef>
              <a:spcAft>
                <a:spcPts val="0"/>
              </a:spcAft>
              <a:buClr>
                <a:schemeClr val="lt2"/>
              </a:buClr>
              <a:buSzPts val="900"/>
              <a:buFont typeface="Montserrat"/>
              <a:buChar char="■"/>
              <a:defRPr/>
            </a:lvl3pPr>
            <a:lvl4pPr indent="-285750" lvl="3" marL="1828800" algn="ctr">
              <a:spcBef>
                <a:spcPts val="0"/>
              </a:spcBef>
              <a:spcAft>
                <a:spcPts val="0"/>
              </a:spcAft>
              <a:buClr>
                <a:schemeClr val="lt2"/>
              </a:buClr>
              <a:buSzPts val="900"/>
              <a:buFont typeface="Montserrat"/>
              <a:buChar char="●"/>
              <a:defRPr/>
            </a:lvl4pPr>
            <a:lvl5pPr indent="-285750" lvl="4" marL="2286000" algn="ctr">
              <a:spcBef>
                <a:spcPts val="0"/>
              </a:spcBef>
              <a:spcAft>
                <a:spcPts val="0"/>
              </a:spcAft>
              <a:buClr>
                <a:schemeClr val="lt2"/>
              </a:buClr>
              <a:buSzPts val="900"/>
              <a:buFont typeface="Montserrat"/>
              <a:buChar char="○"/>
              <a:defRPr/>
            </a:lvl5pPr>
            <a:lvl6pPr indent="-285750" lvl="5" marL="2743200" algn="ctr">
              <a:spcBef>
                <a:spcPts val="0"/>
              </a:spcBef>
              <a:spcAft>
                <a:spcPts val="0"/>
              </a:spcAft>
              <a:buClr>
                <a:schemeClr val="lt2"/>
              </a:buClr>
              <a:buSzPts val="900"/>
              <a:buFont typeface="Montserrat"/>
              <a:buChar char="■"/>
              <a:defRPr/>
            </a:lvl6pPr>
            <a:lvl7pPr indent="-285750" lvl="6" marL="3200400" algn="ctr">
              <a:spcBef>
                <a:spcPts val="0"/>
              </a:spcBef>
              <a:spcAft>
                <a:spcPts val="0"/>
              </a:spcAft>
              <a:buClr>
                <a:schemeClr val="lt2"/>
              </a:buClr>
              <a:buSzPts val="900"/>
              <a:buFont typeface="Montserrat"/>
              <a:buChar char="●"/>
              <a:defRPr/>
            </a:lvl7pPr>
            <a:lvl8pPr indent="-285750" lvl="7" marL="3657600" algn="ctr">
              <a:spcBef>
                <a:spcPts val="0"/>
              </a:spcBef>
              <a:spcAft>
                <a:spcPts val="0"/>
              </a:spcAft>
              <a:buClr>
                <a:schemeClr val="lt2"/>
              </a:buClr>
              <a:buSzPts val="900"/>
              <a:buFont typeface="Montserrat"/>
              <a:buChar char="○"/>
              <a:defRPr/>
            </a:lvl8pPr>
            <a:lvl9pPr indent="-285750" lvl="8" marL="4114800" algn="ctr">
              <a:spcBef>
                <a:spcPts val="0"/>
              </a:spcBef>
              <a:spcAft>
                <a:spcPts val="0"/>
              </a:spcAft>
              <a:buClr>
                <a:schemeClr val="lt2"/>
              </a:buClr>
              <a:buSzPts val="900"/>
              <a:buFont typeface="Montserrat"/>
              <a:buChar char="■"/>
              <a:defRPr/>
            </a:lvl9pPr>
          </a:lstStyle>
          <a:p/>
        </p:txBody>
      </p:sp>
      <p:sp>
        <p:nvSpPr>
          <p:cNvPr id="331" name="Google Shape;331;p36"/>
          <p:cNvSpPr txBox="1"/>
          <p:nvPr>
            <p:ph idx="20"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BLANK_1_1_1_1_1_1_1_1_1_1_1_1_1_1_1_1_1_1_1_1_1_1">
    <p:bg>
      <p:bgPr>
        <a:solidFill>
          <a:schemeClr val="dk2"/>
        </a:solidFill>
      </p:bgPr>
    </p:bg>
    <p:spTree>
      <p:nvGrpSpPr>
        <p:cNvPr id="332" name="Shape 332"/>
        <p:cNvGrpSpPr/>
        <p:nvPr/>
      </p:nvGrpSpPr>
      <p:grpSpPr>
        <a:xfrm>
          <a:off x="0" y="0"/>
          <a:ext cx="0" cy="0"/>
          <a:chOff x="0" y="0"/>
          <a:chExt cx="0" cy="0"/>
        </a:xfrm>
      </p:grpSpPr>
      <p:sp>
        <p:nvSpPr>
          <p:cNvPr id="333" name="Google Shape;333;p37"/>
          <p:cNvSpPr/>
          <p:nvPr/>
        </p:nvSpPr>
        <p:spPr>
          <a:xfrm>
            <a:off x="0" y="1182000"/>
            <a:ext cx="1873200" cy="30603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334" name="Google Shape;334;p37"/>
          <p:cNvSpPr/>
          <p:nvPr/>
        </p:nvSpPr>
        <p:spPr>
          <a:xfrm>
            <a:off x="0" y="1182000"/>
            <a:ext cx="1873200" cy="18732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335" name="Google Shape;335;p37"/>
          <p:cNvSpPr/>
          <p:nvPr/>
        </p:nvSpPr>
        <p:spPr>
          <a:xfrm>
            <a:off x="0" y="1182000"/>
            <a:ext cx="1873200" cy="6837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336" name="Google Shape;336;p37"/>
          <p:cNvSpPr/>
          <p:nvPr/>
        </p:nvSpPr>
        <p:spPr>
          <a:xfrm>
            <a:off x="0" y="0"/>
            <a:ext cx="1873200" cy="1182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337" name="Google Shape;337;p37"/>
          <p:cNvSpPr/>
          <p:nvPr/>
        </p:nvSpPr>
        <p:spPr>
          <a:xfrm>
            <a:off x="806250" y="1052675"/>
            <a:ext cx="260700" cy="260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338" name="Google Shape;338;p37"/>
          <p:cNvSpPr/>
          <p:nvPr/>
        </p:nvSpPr>
        <p:spPr>
          <a:xfrm>
            <a:off x="0" y="4246550"/>
            <a:ext cx="9144000" cy="901200"/>
          </a:xfrm>
          <a:prstGeom prst="rect">
            <a:avLst/>
          </a:prstGeom>
          <a:gradFill>
            <a:gsLst>
              <a:gs pos="0">
                <a:schemeClr val="dk1"/>
              </a:gs>
              <a:gs pos="72000">
                <a:schemeClr val="dk2"/>
              </a:gs>
              <a:gs pos="100000">
                <a:schemeClr val="dk2"/>
              </a:gs>
            </a:gsLst>
            <a:path path="circle">
              <a:fillToRect b="100%" l="100%" r="0%" t="0%"/>
            </a:path>
            <a:tileRect b="0%" l="0%" r="-10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cxnSp>
        <p:nvCxnSpPr>
          <p:cNvPr id="339" name="Google Shape;339;p37"/>
          <p:cNvCxnSpPr/>
          <p:nvPr/>
        </p:nvCxnSpPr>
        <p:spPr>
          <a:xfrm>
            <a:off x="0" y="4244425"/>
            <a:ext cx="9144000" cy="0"/>
          </a:xfrm>
          <a:prstGeom prst="straightConnector1">
            <a:avLst/>
          </a:prstGeom>
          <a:noFill/>
          <a:ln cap="flat" cmpd="sng" w="9525">
            <a:solidFill>
              <a:schemeClr val="dk1"/>
            </a:solidFill>
            <a:prstDash val="solid"/>
            <a:round/>
            <a:headEnd len="med" w="med" type="none"/>
            <a:tailEnd len="med" w="med" type="none"/>
          </a:ln>
        </p:spPr>
      </p:cxnSp>
      <p:cxnSp>
        <p:nvCxnSpPr>
          <p:cNvPr id="340" name="Google Shape;340;p37"/>
          <p:cNvCxnSpPr/>
          <p:nvPr/>
        </p:nvCxnSpPr>
        <p:spPr>
          <a:xfrm>
            <a:off x="1873325" y="0"/>
            <a:ext cx="0" cy="4242300"/>
          </a:xfrm>
          <a:prstGeom prst="straightConnector1">
            <a:avLst/>
          </a:prstGeom>
          <a:noFill/>
          <a:ln cap="flat" cmpd="sng" w="9525">
            <a:solidFill>
              <a:schemeClr val="dk1"/>
            </a:solidFill>
            <a:prstDash val="solid"/>
            <a:round/>
            <a:headEnd len="med" w="med" type="none"/>
            <a:tailEnd len="med" w="med" type="none"/>
          </a:ln>
        </p:spPr>
      </p:cxnSp>
      <p:sp>
        <p:nvSpPr>
          <p:cNvPr id="341" name="Google Shape;341;p37"/>
          <p:cNvSpPr txBox="1"/>
          <p:nvPr>
            <p:ph type="title"/>
          </p:nvPr>
        </p:nvSpPr>
        <p:spPr>
          <a:xfrm>
            <a:off x="2322425" y="602225"/>
            <a:ext cx="6565800" cy="642000"/>
          </a:xfrm>
          <a:prstGeom prst="rect">
            <a:avLst/>
          </a:prstGeom>
          <a:noFill/>
        </p:spPr>
        <p:txBody>
          <a:bodyPr anchorCtr="0" anchor="t" bIns="0" lIns="0" spcFirstLastPara="1" rIns="0" wrap="square" tIns="0">
            <a:noAutofit/>
          </a:bodyPr>
          <a:lstStyle>
            <a:lvl1pPr lvl="0">
              <a:lnSpc>
                <a:spcPct val="80000"/>
              </a:lnSpc>
              <a:spcBef>
                <a:spcPts val="0"/>
              </a:spcBef>
              <a:spcAft>
                <a:spcPts val="0"/>
              </a:spcAft>
              <a:buClr>
                <a:schemeClr val="dk1"/>
              </a:buClr>
              <a:buSzPts val="9600"/>
              <a:buFont typeface="Montserrat"/>
              <a:buNone/>
              <a:defRPr sz="9600">
                <a:latin typeface="Montserrat"/>
                <a:ea typeface="Montserrat"/>
                <a:cs typeface="Montserrat"/>
                <a:sym typeface="Montserrat"/>
              </a:defRPr>
            </a:lvl1pPr>
            <a:lvl2pPr lvl="1">
              <a:spcBef>
                <a:spcPts val="0"/>
              </a:spcBef>
              <a:spcAft>
                <a:spcPts val="0"/>
              </a:spcAft>
              <a:buClr>
                <a:schemeClr val="dk1"/>
              </a:buClr>
              <a:buSzPts val="9600"/>
              <a:buFont typeface="Montserrat"/>
              <a:buNone/>
              <a:defRPr sz="9600">
                <a:latin typeface="Montserrat"/>
                <a:ea typeface="Montserrat"/>
                <a:cs typeface="Montserrat"/>
                <a:sym typeface="Montserrat"/>
              </a:defRPr>
            </a:lvl2pPr>
            <a:lvl3pPr lvl="2">
              <a:spcBef>
                <a:spcPts val="0"/>
              </a:spcBef>
              <a:spcAft>
                <a:spcPts val="0"/>
              </a:spcAft>
              <a:buClr>
                <a:schemeClr val="dk1"/>
              </a:buClr>
              <a:buSzPts val="9600"/>
              <a:buFont typeface="Montserrat"/>
              <a:buNone/>
              <a:defRPr sz="9600">
                <a:latin typeface="Montserrat"/>
                <a:ea typeface="Montserrat"/>
                <a:cs typeface="Montserrat"/>
                <a:sym typeface="Montserrat"/>
              </a:defRPr>
            </a:lvl3pPr>
            <a:lvl4pPr lvl="3">
              <a:spcBef>
                <a:spcPts val="0"/>
              </a:spcBef>
              <a:spcAft>
                <a:spcPts val="0"/>
              </a:spcAft>
              <a:buClr>
                <a:schemeClr val="dk1"/>
              </a:buClr>
              <a:buSzPts val="9600"/>
              <a:buFont typeface="Montserrat"/>
              <a:buNone/>
              <a:defRPr sz="9600">
                <a:latin typeface="Montserrat"/>
                <a:ea typeface="Montserrat"/>
                <a:cs typeface="Montserrat"/>
                <a:sym typeface="Montserrat"/>
              </a:defRPr>
            </a:lvl4pPr>
            <a:lvl5pPr lvl="4">
              <a:spcBef>
                <a:spcPts val="0"/>
              </a:spcBef>
              <a:spcAft>
                <a:spcPts val="0"/>
              </a:spcAft>
              <a:buClr>
                <a:schemeClr val="dk1"/>
              </a:buClr>
              <a:buSzPts val="9600"/>
              <a:buFont typeface="Montserrat"/>
              <a:buNone/>
              <a:defRPr sz="9600">
                <a:latin typeface="Montserrat"/>
                <a:ea typeface="Montserrat"/>
                <a:cs typeface="Montserrat"/>
                <a:sym typeface="Montserrat"/>
              </a:defRPr>
            </a:lvl5pPr>
            <a:lvl6pPr lvl="5">
              <a:spcBef>
                <a:spcPts val="0"/>
              </a:spcBef>
              <a:spcAft>
                <a:spcPts val="0"/>
              </a:spcAft>
              <a:buClr>
                <a:schemeClr val="dk1"/>
              </a:buClr>
              <a:buSzPts val="9600"/>
              <a:buFont typeface="Montserrat"/>
              <a:buNone/>
              <a:defRPr sz="9600">
                <a:latin typeface="Montserrat"/>
                <a:ea typeface="Montserrat"/>
                <a:cs typeface="Montserrat"/>
                <a:sym typeface="Montserrat"/>
              </a:defRPr>
            </a:lvl6pPr>
            <a:lvl7pPr lvl="6">
              <a:spcBef>
                <a:spcPts val="0"/>
              </a:spcBef>
              <a:spcAft>
                <a:spcPts val="0"/>
              </a:spcAft>
              <a:buClr>
                <a:schemeClr val="dk1"/>
              </a:buClr>
              <a:buSzPts val="9600"/>
              <a:buFont typeface="Montserrat"/>
              <a:buNone/>
              <a:defRPr sz="9600">
                <a:latin typeface="Montserrat"/>
                <a:ea typeface="Montserrat"/>
                <a:cs typeface="Montserrat"/>
                <a:sym typeface="Montserrat"/>
              </a:defRPr>
            </a:lvl7pPr>
            <a:lvl8pPr lvl="7">
              <a:spcBef>
                <a:spcPts val="0"/>
              </a:spcBef>
              <a:spcAft>
                <a:spcPts val="0"/>
              </a:spcAft>
              <a:buClr>
                <a:schemeClr val="dk1"/>
              </a:buClr>
              <a:buSzPts val="9600"/>
              <a:buFont typeface="Montserrat"/>
              <a:buNone/>
              <a:defRPr sz="9600">
                <a:latin typeface="Montserrat"/>
                <a:ea typeface="Montserrat"/>
                <a:cs typeface="Montserrat"/>
                <a:sym typeface="Montserrat"/>
              </a:defRPr>
            </a:lvl8pPr>
            <a:lvl9pPr lvl="8">
              <a:spcBef>
                <a:spcPts val="0"/>
              </a:spcBef>
              <a:spcAft>
                <a:spcPts val="0"/>
              </a:spcAft>
              <a:buClr>
                <a:schemeClr val="dk1"/>
              </a:buClr>
              <a:buSzPts val="9600"/>
              <a:buFont typeface="Montserrat"/>
              <a:buNone/>
              <a:defRPr sz="9600">
                <a:latin typeface="Montserrat"/>
                <a:ea typeface="Montserrat"/>
                <a:cs typeface="Montserrat"/>
                <a:sym typeface="Montserrat"/>
              </a:defRPr>
            </a:lvl9pPr>
          </a:lstStyle>
          <a:p/>
        </p:txBody>
      </p:sp>
      <p:sp>
        <p:nvSpPr>
          <p:cNvPr id="342" name="Google Shape;342;p37"/>
          <p:cNvSpPr txBox="1"/>
          <p:nvPr>
            <p:ph idx="2" type="title"/>
          </p:nvPr>
        </p:nvSpPr>
        <p:spPr>
          <a:xfrm>
            <a:off x="2322425" y="1389575"/>
            <a:ext cx="6565800" cy="5988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9600"/>
              <a:buFont typeface="Source Serif 4"/>
              <a:buNone/>
              <a:defRPr sz="9600"/>
            </a:lvl1pPr>
            <a:lvl2pPr lvl="1">
              <a:spcBef>
                <a:spcPts val="0"/>
              </a:spcBef>
              <a:spcAft>
                <a:spcPts val="0"/>
              </a:spcAft>
              <a:buClr>
                <a:schemeClr val="dk1"/>
              </a:buClr>
              <a:buSzPts val="9600"/>
              <a:buFont typeface="Source Serif 4"/>
              <a:buNone/>
              <a:defRPr sz="9600"/>
            </a:lvl2pPr>
            <a:lvl3pPr lvl="2">
              <a:spcBef>
                <a:spcPts val="0"/>
              </a:spcBef>
              <a:spcAft>
                <a:spcPts val="0"/>
              </a:spcAft>
              <a:buClr>
                <a:schemeClr val="dk1"/>
              </a:buClr>
              <a:buSzPts val="9600"/>
              <a:buFont typeface="Source Serif 4"/>
              <a:buNone/>
              <a:defRPr sz="9600"/>
            </a:lvl3pPr>
            <a:lvl4pPr lvl="3">
              <a:spcBef>
                <a:spcPts val="0"/>
              </a:spcBef>
              <a:spcAft>
                <a:spcPts val="0"/>
              </a:spcAft>
              <a:buClr>
                <a:schemeClr val="dk1"/>
              </a:buClr>
              <a:buSzPts val="9600"/>
              <a:buFont typeface="Source Serif 4"/>
              <a:buNone/>
              <a:defRPr sz="9600"/>
            </a:lvl4pPr>
            <a:lvl5pPr lvl="4">
              <a:spcBef>
                <a:spcPts val="0"/>
              </a:spcBef>
              <a:spcAft>
                <a:spcPts val="0"/>
              </a:spcAft>
              <a:buClr>
                <a:schemeClr val="dk1"/>
              </a:buClr>
              <a:buSzPts val="9600"/>
              <a:buFont typeface="Source Serif 4"/>
              <a:buNone/>
              <a:defRPr sz="9600"/>
            </a:lvl5pPr>
            <a:lvl6pPr lvl="5">
              <a:spcBef>
                <a:spcPts val="0"/>
              </a:spcBef>
              <a:spcAft>
                <a:spcPts val="0"/>
              </a:spcAft>
              <a:buClr>
                <a:schemeClr val="dk1"/>
              </a:buClr>
              <a:buSzPts val="9600"/>
              <a:buFont typeface="Source Serif 4"/>
              <a:buNone/>
              <a:defRPr sz="9600"/>
            </a:lvl6pPr>
            <a:lvl7pPr lvl="6">
              <a:spcBef>
                <a:spcPts val="0"/>
              </a:spcBef>
              <a:spcAft>
                <a:spcPts val="0"/>
              </a:spcAft>
              <a:buClr>
                <a:schemeClr val="dk1"/>
              </a:buClr>
              <a:buSzPts val="9600"/>
              <a:buFont typeface="Source Serif 4"/>
              <a:buNone/>
              <a:defRPr sz="9600"/>
            </a:lvl7pPr>
            <a:lvl8pPr lvl="7">
              <a:spcBef>
                <a:spcPts val="0"/>
              </a:spcBef>
              <a:spcAft>
                <a:spcPts val="0"/>
              </a:spcAft>
              <a:buClr>
                <a:schemeClr val="dk1"/>
              </a:buClr>
              <a:buSzPts val="9600"/>
              <a:buFont typeface="Source Serif 4"/>
              <a:buNone/>
              <a:defRPr sz="9600"/>
            </a:lvl8pPr>
            <a:lvl9pPr lvl="8">
              <a:spcBef>
                <a:spcPts val="0"/>
              </a:spcBef>
              <a:spcAft>
                <a:spcPts val="0"/>
              </a:spcAft>
              <a:buClr>
                <a:schemeClr val="dk1"/>
              </a:buClr>
              <a:buSzPts val="9600"/>
              <a:buFont typeface="Source Serif 4"/>
              <a:buNone/>
              <a:defRPr sz="9600"/>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43" name="Shape 343"/>
        <p:cNvGrpSpPr/>
        <p:nvPr/>
      </p:nvGrpSpPr>
      <p:grpSpPr>
        <a:xfrm>
          <a:off x="0" y="0"/>
          <a:ext cx="0" cy="0"/>
          <a:chOff x="0" y="0"/>
          <a:chExt cx="0" cy="0"/>
        </a:xfrm>
      </p:grpSpPr>
      <p:sp>
        <p:nvSpPr>
          <p:cNvPr id="344" name="Google Shape;344;p38"/>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45" name="Google Shape;345;p38"/>
          <p:cNvSpPr txBox="1"/>
          <p:nvPr>
            <p:ph idx="1" type="subTitle"/>
          </p:nvPr>
        </p:nvSpPr>
        <p:spPr>
          <a:xfrm>
            <a:off x="311700" y="2834125"/>
            <a:ext cx="8520600" cy="792600"/>
          </a:xfrm>
          <a:prstGeom prst="rect">
            <a:avLst/>
          </a:prstGeom>
        </p:spPr>
        <p:txBody>
          <a:bodyPr anchorCtr="0" anchor="t" bIns="0" lIns="0" spcFirstLastPara="1" rIns="0" wrap="square" tIns="0">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46" name="Shape 346"/>
        <p:cNvGrpSpPr/>
        <p:nvPr/>
      </p:nvGrpSpPr>
      <p:grpSpPr>
        <a:xfrm>
          <a:off x="0" y="0"/>
          <a:ext cx="0" cy="0"/>
          <a:chOff x="0" y="0"/>
          <a:chExt cx="0" cy="0"/>
        </a:xfrm>
      </p:grpSpPr>
      <p:sp>
        <p:nvSpPr>
          <p:cNvPr id="347" name="Google Shape;347;p39"/>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48" name="Shape 348"/>
        <p:cNvGrpSpPr/>
        <p:nvPr/>
      </p:nvGrpSpPr>
      <p:grpSpPr>
        <a:xfrm>
          <a:off x="0" y="0"/>
          <a:ext cx="0" cy="0"/>
          <a:chOff x="0" y="0"/>
          <a:chExt cx="0" cy="0"/>
        </a:xfrm>
      </p:grpSpPr>
      <p:sp>
        <p:nvSpPr>
          <p:cNvPr id="349" name="Google Shape;349;p4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350" name="Google Shape;350;p4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51" name="Shape 351"/>
        <p:cNvGrpSpPr/>
        <p:nvPr/>
      </p:nvGrpSpPr>
      <p:grpSpPr>
        <a:xfrm>
          <a:off x="0" y="0"/>
          <a:ext cx="0" cy="0"/>
          <a:chOff x="0" y="0"/>
          <a:chExt cx="0" cy="0"/>
        </a:xfrm>
      </p:grpSpPr>
      <p:sp>
        <p:nvSpPr>
          <p:cNvPr id="352" name="Google Shape;352;p4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353" name="Google Shape;353;p41"/>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4" name="Google Shape;354;p41"/>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55" name="Shape 355"/>
        <p:cNvGrpSpPr/>
        <p:nvPr/>
      </p:nvGrpSpPr>
      <p:grpSpPr>
        <a:xfrm>
          <a:off x="0" y="0"/>
          <a:ext cx="0" cy="0"/>
          <a:chOff x="0" y="0"/>
          <a:chExt cx="0" cy="0"/>
        </a:xfrm>
      </p:grpSpPr>
      <p:sp>
        <p:nvSpPr>
          <p:cNvPr id="356" name="Google Shape;356;p4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57" name="Shape 357"/>
        <p:cNvGrpSpPr/>
        <p:nvPr/>
      </p:nvGrpSpPr>
      <p:grpSpPr>
        <a:xfrm>
          <a:off x="0" y="0"/>
          <a:ext cx="0" cy="0"/>
          <a:chOff x="0" y="0"/>
          <a:chExt cx="0" cy="0"/>
        </a:xfrm>
      </p:grpSpPr>
      <p:sp>
        <p:nvSpPr>
          <p:cNvPr id="358" name="Google Shape;358;p43"/>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59" name="Google Shape;359;p43"/>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60" name="Shape 360"/>
        <p:cNvGrpSpPr/>
        <p:nvPr/>
      </p:nvGrpSpPr>
      <p:grpSpPr>
        <a:xfrm>
          <a:off x="0" y="0"/>
          <a:ext cx="0" cy="0"/>
          <a:chOff x="0" y="0"/>
          <a:chExt cx="0" cy="0"/>
        </a:xfrm>
      </p:grpSpPr>
      <p:sp>
        <p:nvSpPr>
          <p:cNvPr id="361" name="Google Shape;361;p44"/>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62" name="Shape 362"/>
        <p:cNvGrpSpPr/>
        <p:nvPr/>
      </p:nvGrpSpPr>
      <p:grpSpPr>
        <a:xfrm>
          <a:off x="0" y="0"/>
          <a:ext cx="0" cy="0"/>
          <a:chOff x="0" y="0"/>
          <a:chExt cx="0" cy="0"/>
        </a:xfrm>
      </p:grpSpPr>
      <p:sp>
        <p:nvSpPr>
          <p:cNvPr id="363" name="Google Shape;363;p45"/>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64" name="Google Shape;364;p45"/>
          <p:cNvSpPr txBox="1"/>
          <p:nvPr>
            <p:ph idx="1" type="subTitle"/>
          </p:nvPr>
        </p:nvSpPr>
        <p:spPr>
          <a:xfrm>
            <a:off x="265500" y="2803075"/>
            <a:ext cx="4045200" cy="1235100"/>
          </a:xfrm>
          <a:prstGeom prst="rect">
            <a:avLst/>
          </a:prstGeom>
        </p:spPr>
        <p:txBody>
          <a:bodyPr anchorCtr="0" anchor="t" bIns="0" lIns="0" spcFirstLastPara="1" rIns="0" wrap="square" tIns="0">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65" name="Google Shape;365;p45"/>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66" name="Shape 366"/>
        <p:cNvGrpSpPr/>
        <p:nvPr/>
      </p:nvGrpSpPr>
      <p:grpSpPr>
        <a:xfrm>
          <a:off x="0" y="0"/>
          <a:ext cx="0" cy="0"/>
          <a:chOff x="0" y="0"/>
          <a:chExt cx="0" cy="0"/>
        </a:xfrm>
      </p:grpSpPr>
      <p:sp>
        <p:nvSpPr>
          <p:cNvPr id="367" name="Google Shape;367;p46"/>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900"/>
              <a:buNone/>
              <a:defRPr/>
            </a:lvl1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68" name="Shape 368"/>
        <p:cNvGrpSpPr/>
        <p:nvPr/>
      </p:nvGrpSpPr>
      <p:grpSpPr>
        <a:xfrm>
          <a:off x="0" y="0"/>
          <a:ext cx="0" cy="0"/>
          <a:chOff x="0" y="0"/>
          <a:chExt cx="0" cy="0"/>
        </a:xfrm>
      </p:grpSpPr>
      <p:sp>
        <p:nvSpPr>
          <p:cNvPr id="369" name="Google Shape;369;p47"/>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70" name="Google Shape;370;p47"/>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285750" lvl="0" marL="457200" algn="ctr">
              <a:spcBef>
                <a:spcPts val="0"/>
              </a:spcBef>
              <a:spcAft>
                <a:spcPts val="0"/>
              </a:spcAft>
              <a:buSzPts val="900"/>
              <a:buChar char="●"/>
              <a:defRPr/>
            </a:lvl1pPr>
            <a:lvl2pPr indent="-285750" lvl="1" marL="914400" algn="ctr">
              <a:spcBef>
                <a:spcPts val="0"/>
              </a:spcBef>
              <a:spcAft>
                <a:spcPts val="0"/>
              </a:spcAft>
              <a:buSzPts val="900"/>
              <a:buChar char="○"/>
              <a:defRPr/>
            </a:lvl2pPr>
            <a:lvl3pPr indent="-285750" lvl="2" marL="1371600" algn="ctr">
              <a:spcBef>
                <a:spcPts val="0"/>
              </a:spcBef>
              <a:spcAft>
                <a:spcPts val="0"/>
              </a:spcAft>
              <a:buSzPts val="900"/>
              <a:buChar char="■"/>
              <a:defRPr/>
            </a:lvl3pPr>
            <a:lvl4pPr indent="-285750" lvl="3" marL="1828800" algn="ctr">
              <a:spcBef>
                <a:spcPts val="0"/>
              </a:spcBef>
              <a:spcAft>
                <a:spcPts val="0"/>
              </a:spcAft>
              <a:buSzPts val="900"/>
              <a:buChar char="●"/>
              <a:defRPr/>
            </a:lvl4pPr>
            <a:lvl5pPr indent="-285750" lvl="4" marL="2286000" algn="ctr">
              <a:spcBef>
                <a:spcPts val="0"/>
              </a:spcBef>
              <a:spcAft>
                <a:spcPts val="0"/>
              </a:spcAft>
              <a:buSzPts val="900"/>
              <a:buChar char="○"/>
              <a:defRPr/>
            </a:lvl5pPr>
            <a:lvl6pPr indent="-285750" lvl="5" marL="2743200" algn="ctr">
              <a:spcBef>
                <a:spcPts val="0"/>
              </a:spcBef>
              <a:spcAft>
                <a:spcPts val="0"/>
              </a:spcAft>
              <a:buSzPts val="900"/>
              <a:buChar char="■"/>
              <a:defRPr/>
            </a:lvl6pPr>
            <a:lvl7pPr indent="-285750" lvl="6" marL="3200400" algn="ctr">
              <a:spcBef>
                <a:spcPts val="0"/>
              </a:spcBef>
              <a:spcAft>
                <a:spcPts val="0"/>
              </a:spcAft>
              <a:buSzPts val="900"/>
              <a:buChar char="●"/>
              <a:defRPr/>
            </a:lvl7pPr>
            <a:lvl8pPr indent="-285750" lvl="7" marL="3657600" algn="ctr">
              <a:spcBef>
                <a:spcPts val="0"/>
              </a:spcBef>
              <a:spcAft>
                <a:spcPts val="0"/>
              </a:spcAft>
              <a:buSzPts val="900"/>
              <a:buChar char="○"/>
              <a:defRPr/>
            </a:lvl8pPr>
            <a:lvl9pPr indent="-285750" lvl="8" marL="4114800" algn="ctr">
              <a:spcBef>
                <a:spcPts val="0"/>
              </a:spcBef>
              <a:spcAft>
                <a:spcPts val="0"/>
              </a:spcAft>
              <a:buSzPts val="900"/>
              <a:buChar char="■"/>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71" name="Shape 371"/>
        <p:cNvGrpSpPr/>
        <p:nvPr/>
      </p:nvGrpSpPr>
      <p:grpSpPr>
        <a:xfrm>
          <a:off x="0" y="0"/>
          <a:ext cx="0" cy="0"/>
          <a:chOff x="0" y="0"/>
          <a:chExt cx="0" cy="0"/>
        </a:xfrm>
      </p:grpSpPr>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72" name="Shape 372"/>
        <p:cNvGrpSpPr/>
        <p:nvPr/>
      </p:nvGrpSpPr>
      <p:grpSpPr>
        <a:xfrm>
          <a:off x="0" y="0"/>
          <a:ext cx="0" cy="0"/>
          <a:chOff x="0" y="0"/>
          <a:chExt cx="0" cy="0"/>
        </a:xfrm>
      </p:grpSpPr>
      <p:sp>
        <p:nvSpPr>
          <p:cNvPr id="373" name="Google Shape;373;p49"/>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374" name="Google Shape;374;p49"/>
          <p:cNvSpPr txBox="1"/>
          <p:nvPr>
            <p:ph idx="1" type="subTitle"/>
          </p:nvPr>
        </p:nvSpPr>
        <p:spPr>
          <a:xfrm>
            <a:off x="4406650" y="39375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75" name="Google Shape;375;p49"/>
          <p:cNvSpPr txBox="1"/>
          <p:nvPr>
            <p:ph idx="2" type="subTitle"/>
          </p:nvPr>
        </p:nvSpPr>
        <p:spPr>
          <a:xfrm>
            <a:off x="4406650" y="115170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76" name="Google Shape;376;p49"/>
          <p:cNvSpPr txBox="1"/>
          <p:nvPr>
            <p:ph idx="3" type="subTitle"/>
          </p:nvPr>
        </p:nvSpPr>
        <p:spPr>
          <a:xfrm>
            <a:off x="4406650" y="342557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77" name="Google Shape;377;p49"/>
          <p:cNvSpPr txBox="1"/>
          <p:nvPr>
            <p:ph idx="4" type="subTitle"/>
          </p:nvPr>
        </p:nvSpPr>
        <p:spPr>
          <a:xfrm>
            <a:off x="4406650" y="190966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78" name="Google Shape;378;p49"/>
          <p:cNvSpPr txBox="1"/>
          <p:nvPr>
            <p:ph idx="5" type="subTitle"/>
          </p:nvPr>
        </p:nvSpPr>
        <p:spPr>
          <a:xfrm>
            <a:off x="4406650" y="418352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79" name="Google Shape;379;p49"/>
          <p:cNvSpPr txBox="1"/>
          <p:nvPr>
            <p:ph idx="6" type="subTitle"/>
          </p:nvPr>
        </p:nvSpPr>
        <p:spPr>
          <a:xfrm>
            <a:off x="4406650" y="266761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380" name="Shape 380"/>
        <p:cNvGrpSpPr/>
        <p:nvPr/>
      </p:nvGrpSpPr>
      <p:grpSpPr>
        <a:xfrm>
          <a:off x="0" y="0"/>
          <a:ext cx="0" cy="0"/>
          <a:chOff x="0" y="0"/>
          <a:chExt cx="0" cy="0"/>
        </a:xfrm>
      </p:grpSpPr>
      <p:sp>
        <p:nvSpPr>
          <p:cNvPr id="381" name="Google Shape;381;p5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382" name="Google Shape;382;p50"/>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383" name="Google Shape;383;p50"/>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384" name="Shape 384"/>
        <p:cNvGrpSpPr/>
        <p:nvPr/>
      </p:nvGrpSpPr>
      <p:grpSpPr>
        <a:xfrm>
          <a:off x="0" y="0"/>
          <a:ext cx="0" cy="0"/>
          <a:chOff x="0" y="0"/>
          <a:chExt cx="0" cy="0"/>
        </a:xfrm>
      </p:grpSpPr>
      <p:sp>
        <p:nvSpPr>
          <p:cNvPr id="385" name="Google Shape;385;p51"/>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86" name="Google Shape;386;p51"/>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387" name="Google Shape;387;p51"/>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388" name="Google Shape;388;p51"/>
          <p:cNvSpPr txBox="1"/>
          <p:nvPr>
            <p:ph idx="3" type="subTitle"/>
          </p:nvPr>
        </p:nvSpPr>
        <p:spPr>
          <a:xfrm>
            <a:off x="483150" y="1336161"/>
            <a:ext cx="36198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9" name="Google Shape;389;p51"/>
          <p:cNvSpPr txBox="1"/>
          <p:nvPr>
            <p:ph idx="4" type="subTitle"/>
          </p:nvPr>
        </p:nvSpPr>
        <p:spPr>
          <a:xfrm>
            <a:off x="5048000" y="1336161"/>
            <a:ext cx="36198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90" name="Shape 390"/>
        <p:cNvGrpSpPr/>
        <p:nvPr/>
      </p:nvGrpSpPr>
      <p:grpSpPr>
        <a:xfrm>
          <a:off x="0" y="0"/>
          <a:ext cx="0" cy="0"/>
          <a:chOff x="0" y="0"/>
          <a:chExt cx="0" cy="0"/>
        </a:xfrm>
      </p:grpSpPr>
      <p:sp>
        <p:nvSpPr>
          <p:cNvPr id="391" name="Google Shape;391;p52"/>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392" name="Google Shape;392;p52"/>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393" name="Google Shape;393;p52"/>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94" name="Google Shape;394;p52"/>
          <p:cNvSpPr txBox="1"/>
          <p:nvPr>
            <p:ph idx="3" type="subTitle"/>
          </p:nvPr>
        </p:nvSpPr>
        <p:spPr>
          <a:xfrm>
            <a:off x="48317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5" name="Google Shape;395;p52"/>
          <p:cNvSpPr txBox="1"/>
          <p:nvPr>
            <p:ph idx="4" type="subTitle"/>
          </p:nvPr>
        </p:nvSpPr>
        <p:spPr>
          <a:xfrm>
            <a:off x="334772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6" name="Google Shape;396;p52"/>
          <p:cNvSpPr txBox="1"/>
          <p:nvPr>
            <p:ph idx="5" type="subTitle"/>
          </p:nvPr>
        </p:nvSpPr>
        <p:spPr>
          <a:xfrm>
            <a:off x="621227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7" name="Google Shape;397;p52"/>
          <p:cNvSpPr txBox="1"/>
          <p:nvPr>
            <p:ph idx="6" type="body"/>
          </p:nvPr>
        </p:nvSpPr>
        <p:spPr>
          <a:xfrm>
            <a:off x="6212275" y="2417500"/>
            <a:ext cx="2455500" cy="2373600"/>
          </a:xfrm>
          <a:prstGeom prst="rect">
            <a:avLst/>
          </a:prstGeom>
        </p:spPr>
        <p:txBody>
          <a:bodyPr anchorCtr="0" anchor="t" bIns="0" lIns="0" spcFirstLastPara="1" rIns="0" wrap="square" tIns="0">
            <a:sp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98" name="Shape 398"/>
        <p:cNvGrpSpPr/>
        <p:nvPr/>
      </p:nvGrpSpPr>
      <p:grpSpPr>
        <a:xfrm>
          <a:off x="0" y="0"/>
          <a:ext cx="0" cy="0"/>
          <a:chOff x="0" y="0"/>
          <a:chExt cx="0" cy="0"/>
        </a:xfrm>
      </p:grpSpPr>
      <p:sp>
        <p:nvSpPr>
          <p:cNvPr id="399" name="Google Shape;399;p53"/>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400" name="Google Shape;400;p53"/>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401" name="Google Shape;401;p53"/>
          <p:cNvSpPr txBox="1"/>
          <p:nvPr>
            <p:ph idx="3" type="body"/>
          </p:nvPr>
        </p:nvSpPr>
        <p:spPr>
          <a:xfrm>
            <a:off x="366750" y="3648575"/>
            <a:ext cx="3838500" cy="11385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400"/>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402" name="Google Shape;402;p53"/>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403" name="Google Shape;403;p53"/>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04" name="Google Shape;404;p53"/>
          <p:cNvSpPr txBox="1"/>
          <p:nvPr>
            <p:ph idx="5" type="subTitle"/>
          </p:nvPr>
        </p:nvSpPr>
        <p:spPr>
          <a:xfrm>
            <a:off x="366763" y="1277907"/>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05" name="Google Shape;405;p53"/>
          <p:cNvSpPr txBox="1"/>
          <p:nvPr>
            <p:ph idx="6" type="subTitle"/>
          </p:nvPr>
        </p:nvSpPr>
        <p:spPr>
          <a:xfrm>
            <a:off x="4938738" y="1277907"/>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06" name="Google Shape;406;p53"/>
          <p:cNvSpPr txBox="1"/>
          <p:nvPr>
            <p:ph idx="7" type="subTitle"/>
          </p:nvPr>
        </p:nvSpPr>
        <p:spPr>
          <a:xfrm>
            <a:off x="4938761" y="3167363"/>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07" name="Google Shape;407;p53"/>
          <p:cNvSpPr txBox="1"/>
          <p:nvPr>
            <p:ph idx="8" type="subTitle"/>
          </p:nvPr>
        </p:nvSpPr>
        <p:spPr>
          <a:xfrm>
            <a:off x="366750" y="3167363"/>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408" name="Shape 408"/>
        <p:cNvGrpSpPr/>
        <p:nvPr/>
      </p:nvGrpSpPr>
      <p:grpSpPr>
        <a:xfrm>
          <a:off x="0" y="0"/>
          <a:ext cx="0" cy="0"/>
          <a:chOff x="0" y="0"/>
          <a:chExt cx="0" cy="0"/>
        </a:xfrm>
      </p:grpSpPr>
      <p:sp>
        <p:nvSpPr>
          <p:cNvPr id="409" name="Google Shape;409;p5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410" name="Google Shape;410;p54"/>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11" name="Shape 411"/>
        <p:cNvGrpSpPr/>
        <p:nvPr/>
      </p:nvGrpSpPr>
      <p:grpSpPr>
        <a:xfrm>
          <a:off x="0" y="0"/>
          <a:ext cx="0" cy="0"/>
          <a:chOff x="0" y="0"/>
          <a:chExt cx="0" cy="0"/>
        </a:xfrm>
      </p:grpSpPr>
      <p:sp>
        <p:nvSpPr>
          <p:cNvPr id="412" name="Google Shape;412;p55"/>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3" name="Google Shape;413;p55"/>
          <p:cNvSpPr/>
          <p:nvPr>
            <p:ph idx="2" type="pic"/>
          </p:nvPr>
        </p:nvSpPr>
        <p:spPr>
          <a:xfrm>
            <a:off x="4804825" y="1133300"/>
            <a:ext cx="4027500" cy="2392800"/>
          </a:xfrm>
          <a:prstGeom prst="rect">
            <a:avLst/>
          </a:prstGeom>
          <a:noFill/>
          <a:ln>
            <a:noFill/>
          </a:ln>
        </p:spPr>
      </p:sp>
      <p:sp>
        <p:nvSpPr>
          <p:cNvPr id="414" name="Google Shape;414;p55"/>
          <p:cNvSpPr/>
          <p:nvPr>
            <p:ph idx="3" type="pic"/>
          </p:nvPr>
        </p:nvSpPr>
        <p:spPr>
          <a:xfrm>
            <a:off x="311725" y="1133300"/>
            <a:ext cx="4027500" cy="2392800"/>
          </a:xfrm>
          <a:prstGeom prst="rect">
            <a:avLst/>
          </a:prstGeom>
          <a:noFill/>
          <a:ln>
            <a:noFill/>
          </a:ln>
        </p:spPr>
      </p:sp>
      <p:sp>
        <p:nvSpPr>
          <p:cNvPr id="415" name="Google Shape;415;p55"/>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6" name="Google Shape;416;p5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417" name="Google Shape;417;p55"/>
          <p:cNvSpPr txBox="1"/>
          <p:nvPr>
            <p:ph idx="5" type="subTitle"/>
          </p:nvPr>
        </p:nvSpPr>
        <p:spPr>
          <a:xfrm>
            <a:off x="311725" y="3582900"/>
            <a:ext cx="4027500" cy="481200"/>
          </a:xfrm>
          <a:prstGeom prst="rect">
            <a:avLst/>
          </a:prstGeom>
        </p:spPr>
        <p:txBody>
          <a:bodyPr anchorCtr="0" anchor="t" bIns="0" lIns="0" spcFirstLastPara="1" rIns="0" wrap="square" tIns="0">
            <a:noAutofit/>
          </a:bodyPr>
          <a:lstStyle>
            <a:lvl1pPr lvl="0">
              <a:spcBef>
                <a:spcPts val="0"/>
              </a:spcBef>
              <a:spcAft>
                <a:spcPts val="0"/>
              </a:spcAft>
              <a:buSzPts val="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18" name="Google Shape;418;p55"/>
          <p:cNvSpPr txBox="1"/>
          <p:nvPr>
            <p:ph idx="6" type="subTitle"/>
          </p:nvPr>
        </p:nvSpPr>
        <p:spPr>
          <a:xfrm>
            <a:off x="4804825" y="3582900"/>
            <a:ext cx="4027500" cy="481200"/>
          </a:xfrm>
          <a:prstGeom prst="rect">
            <a:avLst/>
          </a:prstGeom>
        </p:spPr>
        <p:txBody>
          <a:bodyPr anchorCtr="0" anchor="t" bIns="0" lIns="0" spcFirstLastPara="1" rIns="0" wrap="square" tIns="0">
            <a:noAutofit/>
          </a:bodyPr>
          <a:lstStyle>
            <a:lvl1pPr lvl="0">
              <a:spcBef>
                <a:spcPts val="0"/>
              </a:spcBef>
              <a:spcAft>
                <a:spcPts val="0"/>
              </a:spcAft>
              <a:buSzPts val="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19" name="Shape 419"/>
        <p:cNvGrpSpPr/>
        <p:nvPr/>
      </p:nvGrpSpPr>
      <p:grpSpPr>
        <a:xfrm>
          <a:off x="0" y="0"/>
          <a:ext cx="0" cy="0"/>
          <a:chOff x="0" y="0"/>
          <a:chExt cx="0" cy="0"/>
        </a:xfrm>
      </p:grpSpPr>
      <p:sp>
        <p:nvSpPr>
          <p:cNvPr id="420" name="Google Shape;420;p56"/>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1" name="Google Shape;421;p56"/>
          <p:cNvSpPr/>
          <p:nvPr>
            <p:ph idx="2" type="pic"/>
          </p:nvPr>
        </p:nvSpPr>
        <p:spPr>
          <a:xfrm>
            <a:off x="6205225" y="1128325"/>
            <a:ext cx="2627100" cy="2273100"/>
          </a:xfrm>
          <a:prstGeom prst="rect">
            <a:avLst/>
          </a:prstGeom>
          <a:noFill/>
          <a:ln>
            <a:noFill/>
          </a:ln>
        </p:spPr>
      </p:sp>
      <p:sp>
        <p:nvSpPr>
          <p:cNvPr id="422" name="Google Shape;422;p56"/>
          <p:cNvSpPr/>
          <p:nvPr>
            <p:ph idx="3" type="pic"/>
          </p:nvPr>
        </p:nvSpPr>
        <p:spPr>
          <a:xfrm>
            <a:off x="311725" y="1128325"/>
            <a:ext cx="2627100" cy="2273100"/>
          </a:xfrm>
          <a:prstGeom prst="rect">
            <a:avLst/>
          </a:prstGeom>
          <a:noFill/>
          <a:ln>
            <a:noFill/>
          </a:ln>
        </p:spPr>
      </p:sp>
      <p:sp>
        <p:nvSpPr>
          <p:cNvPr id="423" name="Google Shape;423;p56"/>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4" name="Google Shape;424;p56"/>
          <p:cNvSpPr/>
          <p:nvPr>
            <p:ph idx="5" type="pic"/>
          </p:nvPr>
        </p:nvSpPr>
        <p:spPr>
          <a:xfrm>
            <a:off x="3255250" y="1128325"/>
            <a:ext cx="2627100" cy="2273100"/>
          </a:xfrm>
          <a:prstGeom prst="rect">
            <a:avLst/>
          </a:prstGeom>
          <a:noFill/>
          <a:ln>
            <a:noFill/>
          </a:ln>
        </p:spPr>
      </p:sp>
      <p:sp>
        <p:nvSpPr>
          <p:cNvPr id="425" name="Google Shape;425;p56"/>
          <p:cNvSpPr txBox="1"/>
          <p:nvPr>
            <p:ph idx="6" type="body"/>
          </p:nvPr>
        </p:nvSpPr>
        <p:spPr>
          <a:xfrm>
            <a:off x="3255250" y="3911700"/>
            <a:ext cx="2627100" cy="10185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6" name="Google Shape;426;p5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427" name="Google Shape;427;p56"/>
          <p:cNvSpPr txBox="1"/>
          <p:nvPr>
            <p:ph idx="7" type="subTitle"/>
          </p:nvPr>
        </p:nvSpPr>
        <p:spPr>
          <a:xfrm>
            <a:off x="311725"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28" name="Google Shape;428;p56"/>
          <p:cNvSpPr txBox="1"/>
          <p:nvPr>
            <p:ph idx="8" type="subTitle"/>
          </p:nvPr>
        </p:nvSpPr>
        <p:spPr>
          <a:xfrm>
            <a:off x="6205225"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29" name="Google Shape;429;p56"/>
          <p:cNvSpPr txBox="1"/>
          <p:nvPr>
            <p:ph idx="9" type="subTitle"/>
          </p:nvPr>
        </p:nvSpPr>
        <p:spPr>
          <a:xfrm>
            <a:off x="3255250"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30" name="Shape 430"/>
        <p:cNvGrpSpPr/>
        <p:nvPr/>
      </p:nvGrpSpPr>
      <p:grpSpPr>
        <a:xfrm>
          <a:off x="0" y="0"/>
          <a:ext cx="0" cy="0"/>
          <a:chOff x="0" y="0"/>
          <a:chExt cx="0" cy="0"/>
        </a:xfrm>
      </p:grpSpPr>
      <p:sp>
        <p:nvSpPr>
          <p:cNvPr id="431" name="Google Shape;431;p57"/>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32" name="Shape 432"/>
        <p:cNvGrpSpPr/>
        <p:nvPr/>
      </p:nvGrpSpPr>
      <p:grpSpPr>
        <a:xfrm>
          <a:off x="0" y="0"/>
          <a:ext cx="0" cy="0"/>
          <a:chOff x="0" y="0"/>
          <a:chExt cx="0" cy="0"/>
        </a:xfrm>
      </p:grpSpPr>
      <p:sp>
        <p:nvSpPr>
          <p:cNvPr id="433" name="Google Shape;433;p58"/>
          <p:cNvSpPr/>
          <p:nvPr>
            <p:ph idx="2" type="pic"/>
          </p:nvPr>
        </p:nvSpPr>
        <p:spPr>
          <a:xfrm>
            <a:off x="3389600" y="118913"/>
            <a:ext cx="1643700" cy="1535100"/>
          </a:xfrm>
          <a:prstGeom prst="rect">
            <a:avLst/>
          </a:prstGeom>
          <a:noFill/>
          <a:ln>
            <a:noFill/>
          </a:ln>
        </p:spPr>
      </p:sp>
      <p:sp>
        <p:nvSpPr>
          <p:cNvPr id="434" name="Google Shape;434;p58"/>
          <p:cNvSpPr/>
          <p:nvPr>
            <p:ph idx="3" type="pic"/>
          </p:nvPr>
        </p:nvSpPr>
        <p:spPr>
          <a:xfrm>
            <a:off x="5195935" y="118913"/>
            <a:ext cx="1643700" cy="1535100"/>
          </a:xfrm>
          <a:prstGeom prst="rect">
            <a:avLst/>
          </a:prstGeom>
          <a:noFill/>
          <a:ln>
            <a:noFill/>
          </a:ln>
        </p:spPr>
      </p:sp>
      <p:sp>
        <p:nvSpPr>
          <p:cNvPr id="435" name="Google Shape;435;p58"/>
          <p:cNvSpPr/>
          <p:nvPr>
            <p:ph idx="4" type="pic"/>
          </p:nvPr>
        </p:nvSpPr>
        <p:spPr>
          <a:xfrm>
            <a:off x="7002270" y="118913"/>
            <a:ext cx="1643700" cy="1535100"/>
          </a:xfrm>
          <a:prstGeom prst="rect">
            <a:avLst/>
          </a:prstGeom>
          <a:noFill/>
          <a:ln>
            <a:noFill/>
          </a:ln>
        </p:spPr>
      </p:sp>
      <p:sp>
        <p:nvSpPr>
          <p:cNvPr id="436" name="Google Shape;436;p58"/>
          <p:cNvSpPr/>
          <p:nvPr>
            <p:ph idx="5" type="pic"/>
          </p:nvPr>
        </p:nvSpPr>
        <p:spPr>
          <a:xfrm>
            <a:off x="3389588" y="1804212"/>
            <a:ext cx="1643700" cy="1535100"/>
          </a:xfrm>
          <a:prstGeom prst="rect">
            <a:avLst/>
          </a:prstGeom>
          <a:noFill/>
          <a:ln>
            <a:noFill/>
          </a:ln>
        </p:spPr>
      </p:sp>
      <p:sp>
        <p:nvSpPr>
          <p:cNvPr id="437" name="Google Shape;437;p58"/>
          <p:cNvSpPr/>
          <p:nvPr>
            <p:ph idx="6" type="pic"/>
          </p:nvPr>
        </p:nvSpPr>
        <p:spPr>
          <a:xfrm>
            <a:off x="5195922" y="1804212"/>
            <a:ext cx="1643700" cy="1535100"/>
          </a:xfrm>
          <a:prstGeom prst="rect">
            <a:avLst/>
          </a:prstGeom>
          <a:noFill/>
          <a:ln>
            <a:noFill/>
          </a:ln>
        </p:spPr>
      </p:sp>
      <p:sp>
        <p:nvSpPr>
          <p:cNvPr id="438" name="Google Shape;438;p58"/>
          <p:cNvSpPr/>
          <p:nvPr>
            <p:ph idx="7" type="pic"/>
          </p:nvPr>
        </p:nvSpPr>
        <p:spPr>
          <a:xfrm>
            <a:off x="7002257" y="1804212"/>
            <a:ext cx="1643700" cy="1535100"/>
          </a:xfrm>
          <a:prstGeom prst="rect">
            <a:avLst/>
          </a:prstGeom>
          <a:noFill/>
          <a:ln>
            <a:noFill/>
          </a:ln>
        </p:spPr>
      </p:sp>
      <p:sp>
        <p:nvSpPr>
          <p:cNvPr id="439" name="Google Shape;439;p58"/>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440" name="Google Shape;440;p58"/>
          <p:cNvSpPr/>
          <p:nvPr>
            <p:ph idx="8" type="pic"/>
          </p:nvPr>
        </p:nvSpPr>
        <p:spPr>
          <a:xfrm>
            <a:off x="3389588" y="3489487"/>
            <a:ext cx="1643700" cy="1535100"/>
          </a:xfrm>
          <a:prstGeom prst="rect">
            <a:avLst/>
          </a:prstGeom>
          <a:noFill/>
          <a:ln>
            <a:noFill/>
          </a:ln>
        </p:spPr>
      </p:sp>
      <p:sp>
        <p:nvSpPr>
          <p:cNvPr id="441" name="Google Shape;441;p58"/>
          <p:cNvSpPr/>
          <p:nvPr>
            <p:ph idx="9" type="pic"/>
          </p:nvPr>
        </p:nvSpPr>
        <p:spPr>
          <a:xfrm>
            <a:off x="5195922" y="3489487"/>
            <a:ext cx="1643700" cy="1535100"/>
          </a:xfrm>
          <a:prstGeom prst="rect">
            <a:avLst/>
          </a:prstGeom>
          <a:noFill/>
          <a:ln>
            <a:noFill/>
          </a:ln>
        </p:spPr>
      </p:sp>
      <p:sp>
        <p:nvSpPr>
          <p:cNvPr id="442" name="Google Shape;442;p58"/>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2.xml"/><Relationship Id="rId20" Type="http://schemas.openxmlformats.org/officeDocument/2006/relationships/slideLayout" Target="../slideLayouts/slideLayout32.xml"/><Relationship Id="rId42" Type="http://schemas.openxmlformats.org/officeDocument/2006/relationships/slideLayout" Target="../slideLayouts/slideLayout54.xml"/><Relationship Id="rId41" Type="http://schemas.openxmlformats.org/officeDocument/2006/relationships/slideLayout" Target="../slideLayouts/slideLayout53.xml"/><Relationship Id="rId22" Type="http://schemas.openxmlformats.org/officeDocument/2006/relationships/slideLayout" Target="../slideLayouts/slideLayout34.xml"/><Relationship Id="rId44" Type="http://schemas.openxmlformats.org/officeDocument/2006/relationships/slideLayout" Target="../slideLayouts/slideLayout56.xml"/><Relationship Id="rId21" Type="http://schemas.openxmlformats.org/officeDocument/2006/relationships/slideLayout" Target="../slideLayouts/slideLayout33.xml"/><Relationship Id="rId43" Type="http://schemas.openxmlformats.org/officeDocument/2006/relationships/slideLayout" Target="../slideLayouts/slideLayout55.xml"/><Relationship Id="rId24" Type="http://schemas.openxmlformats.org/officeDocument/2006/relationships/slideLayout" Target="../slideLayouts/slideLayout36.xml"/><Relationship Id="rId23" Type="http://schemas.openxmlformats.org/officeDocument/2006/relationships/slideLayout" Target="../slideLayouts/slideLayout35.xml"/><Relationship Id="rId45" Type="http://schemas.openxmlformats.org/officeDocument/2006/relationships/theme" Target="../theme/theme3.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26" Type="http://schemas.openxmlformats.org/officeDocument/2006/relationships/slideLayout" Target="../slideLayouts/slideLayout38.xml"/><Relationship Id="rId25" Type="http://schemas.openxmlformats.org/officeDocument/2006/relationships/slideLayout" Target="../slideLayouts/slideLayout37.xml"/><Relationship Id="rId28" Type="http://schemas.openxmlformats.org/officeDocument/2006/relationships/slideLayout" Target="../slideLayouts/slideLayout40.xml"/><Relationship Id="rId27" Type="http://schemas.openxmlformats.org/officeDocument/2006/relationships/slideLayout" Target="../slideLayouts/slideLayout39.xml"/><Relationship Id="rId5" Type="http://schemas.openxmlformats.org/officeDocument/2006/relationships/slideLayout" Target="../slideLayouts/slideLayout17.xml"/><Relationship Id="rId6" Type="http://schemas.openxmlformats.org/officeDocument/2006/relationships/slideLayout" Target="../slideLayouts/slideLayout18.xml"/><Relationship Id="rId29" Type="http://schemas.openxmlformats.org/officeDocument/2006/relationships/slideLayout" Target="../slideLayouts/slideLayout41.xml"/><Relationship Id="rId7" Type="http://schemas.openxmlformats.org/officeDocument/2006/relationships/slideLayout" Target="../slideLayouts/slideLayout19.xml"/><Relationship Id="rId8" Type="http://schemas.openxmlformats.org/officeDocument/2006/relationships/slideLayout" Target="../slideLayouts/slideLayout20.xml"/><Relationship Id="rId31" Type="http://schemas.openxmlformats.org/officeDocument/2006/relationships/slideLayout" Target="../slideLayouts/slideLayout43.xml"/><Relationship Id="rId30" Type="http://schemas.openxmlformats.org/officeDocument/2006/relationships/slideLayout" Target="../slideLayouts/slideLayout42.xml"/><Relationship Id="rId11" Type="http://schemas.openxmlformats.org/officeDocument/2006/relationships/slideLayout" Target="../slideLayouts/slideLayout23.xml"/><Relationship Id="rId33" Type="http://schemas.openxmlformats.org/officeDocument/2006/relationships/slideLayout" Target="../slideLayouts/slideLayout45.xml"/><Relationship Id="rId10" Type="http://schemas.openxmlformats.org/officeDocument/2006/relationships/slideLayout" Target="../slideLayouts/slideLayout22.xml"/><Relationship Id="rId32" Type="http://schemas.openxmlformats.org/officeDocument/2006/relationships/slideLayout" Target="../slideLayouts/slideLayout44.xml"/><Relationship Id="rId13" Type="http://schemas.openxmlformats.org/officeDocument/2006/relationships/slideLayout" Target="../slideLayouts/slideLayout25.xml"/><Relationship Id="rId35" Type="http://schemas.openxmlformats.org/officeDocument/2006/relationships/slideLayout" Target="../slideLayouts/slideLayout47.xml"/><Relationship Id="rId12" Type="http://schemas.openxmlformats.org/officeDocument/2006/relationships/slideLayout" Target="../slideLayouts/slideLayout24.xml"/><Relationship Id="rId34" Type="http://schemas.openxmlformats.org/officeDocument/2006/relationships/slideLayout" Target="../slideLayouts/slideLayout46.xml"/><Relationship Id="rId15" Type="http://schemas.openxmlformats.org/officeDocument/2006/relationships/slideLayout" Target="../slideLayouts/slideLayout27.xml"/><Relationship Id="rId37" Type="http://schemas.openxmlformats.org/officeDocument/2006/relationships/slideLayout" Target="../slideLayouts/slideLayout49.xml"/><Relationship Id="rId14" Type="http://schemas.openxmlformats.org/officeDocument/2006/relationships/slideLayout" Target="../slideLayouts/slideLayout26.xml"/><Relationship Id="rId36" Type="http://schemas.openxmlformats.org/officeDocument/2006/relationships/slideLayout" Target="../slideLayouts/slideLayout48.xml"/><Relationship Id="rId17" Type="http://schemas.openxmlformats.org/officeDocument/2006/relationships/slideLayout" Target="../slideLayouts/slideLayout29.xml"/><Relationship Id="rId39" Type="http://schemas.openxmlformats.org/officeDocument/2006/relationships/slideLayout" Target="../slideLayouts/slideLayout51.xml"/><Relationship Id="rId16" Type="http://schemas.openxmlformats.org/officeDocument/2006/relationships/slideLayout" Target="../slideLayouts/slideLayout28.xml"/><Relationship Id="rId38" Type="http://schemas.openxmlformats.org/officeDocument/2006/relationships/slideLayout" Target="../slideLayouts/slideLayout50.xml"/><Relationship Id="rId19" Type="http://schemas.openxmlformats.org/officeDocument/2006/relationships/slideLayout" Target="../slideLayouts/slideLayout31.xml"/><Relationship Id="rId18"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3"/>
        </a:solidFill>
      </p:bgPr>
    </p:bg>
    <p:spTree>
      <p:nvGrpSpPr>
        <p:cNvPr id="57" name="Shape 57"/>
        <p:cNvGrpSpPr/>
        <p:nvPr/>
      </p:nvGrpSpPr>
      <p:grpSpPr>
        <a:xfrm>
          <a:off x="0" y="0"/>
          <a:ext cx="0" cy="0"/>
          <a:chOff x="0" y="0"/>
          <a:chExt cx="0" cy="0"/>
        </a:xfrm>
      </p:grpSpPr>
      <p:sp>
        <p:nvSpPr>
          <p:cNvPr id="58" name="Google Shape;58;p14"/>
          <p:cNvSpPr txBox="1"/>
          <p:nvPr>
            <p:ph idx="1" type="body"/>
          </p:nvPr>
        </p:nvSpPr>
        <p:spPr>
          <a:xfrm>
            <a:off x="256025" y="2647675"/>
            <a:ext cx="3639600" cy="2239800"/>
          </a:xfrm>
          <a:prstGeom prst="rect">
            <a:avLst/>
          </a:prstGeom>
          <a:noFill/>
          <a:ln>
            <a:noFill/>
          </a:ln>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1pPr>
            <a:lvl2pPr indent="-285750" lvl="1" marL="914400">
              <a:lnSpc>
                <a:spcPct val="115000"/>
              </a:lnSpc>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2pPr>
            <a:lvl3pPr indent="-285750" lvl="2" marL="1371600">
              <a:lnSpc>
                <a:spcPct val="115000"/>
              </a:lnSpc>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3pPr>
            <a:lvl4pPr indent="-285750" lvl="3" marL="1828800">
              <a:lnSpc>
                <a:spcPct val="115000"/>
              </a:lnSpc>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4pPr>
            <a:lvl5pPr indent="-285750" lvl="4" marL="2286000">
              <a:lnSpc>
                <a:spcPct val="115000"/>
              </a:lnSpc>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5pPr>
            <a:lvl6pPr indent="-285750" lvl="5" marL="2743200">
              <a:lnSpc>
                <a:spcPct val="115000"/>
              </a:lnSpc>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6pPr>
            <a:lvl7pPr indent="-285750" lvl="6" marL="3200400">
              <a:lnSpc>
                <a:spcPct val="115000"/>
              </a:lnSpc>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7pPr>
            <a:lvl8pPr indent="-285750" lvl="7" marL="3657600">
              <a:lnSpc>
                <a:spcPct val="115000"/>
              </a:lnSpc>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8pPr>
            <a:lvl9pPr indent="-285750" lvl="8" marL="4114800">
              <a:lnSpc>
                <a:spcPct val="115000"/>
              </a:lnSpc>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9pPr>
          </a:lstStyle>
          <a:p/>
        </p:txBody>
      </p:sp>
      <p:sp>
        <p:nvSpPr>
          <p:cNvPr id="59" name="Google Shape;59;p14"/>
          <p:cNvSpPr txBox="1"/>
          <p:nvPr>
            <p:ph type="title"/>
          </p:nvPr>
        </p:nvSpPr>
        <p:spPr>
          <a:xfrm>
            <a:off x="256025" y="499600"/>
            <a:ext cx="5366700" cy="12489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4800"/>
              <a:buFont typeface="Source Serif 4"/>
              <a:buNone/>
              <a:defRPr i="1" sz="4800">
                <a:solidFill>
                  <a:schemeClr val="dk1"/>
                </a:solidFill>
                <a:latin typeface="Source Serif 4"/>
                <a:ea typeface="Source Serif 4"/>
                <a:cs typeface="Source Serif 4"/>
                <a:sym typeface="Source Serif 4"/>
              </a:defRPr>
            </a:lvl1pPr>
            <a:lvl2pPr lvl="1">
              <a:spcBef>
                <a:spcPts val="0"/>
              </a:spcBef>
              <a:spcAft>
                <a:spcPts val="0"/>
              </a:spcAft>
              <a:buClr>
                <a:schemeClr val="dk1"/>
              </a:buClr>
              <a:buSzPts val="4800"/>
              <a:buFont typeface="Source Serif 4"/>
              <a:buNone/>
              <a:defRPr sz="4800">
                <a:solidFill>
                  <a:schemeClr val="dk1"/>
                </a:solidFill>
                <a:latin typeface="Source Serif 4"/>
                <a:ea typeface="Source Serif 4"/>
                <a:cs typeface="Source Serif 4"/>
                <a:sym typeface="Source Serif 4"/>
              </a:defRPr>
            </a:lvl2pPr>
            <a:lvl3pPr lvl="2">
              <a:spcBef>
                <a:spcPts val="0"/>
              </a:spcBef>
              <a:spcAft>
                <a:spcPts val="0"/>
              </a:spcAft>
              <a:buClr>
                <a:schemeClr val="dk1"/>
              </a:buClr>
              <a:buSzPts val="4800"/>
              <a:buFont typeface="Source Serif 4"/>
              <a:buNone/>
              <a:defRPr sz="4800">
                <a:solidFill>
                  <a:schemeClr val="dk1"/>
                </a:solidFill>
                <a:latin typeface="Source Serif 4"/>
                <a:ea typeface="Source Serif 4"/>
                <a:cs typeface="Source Serif 4"/>
                <a:sym typeface="Source Serif 4"/>
              </a:defRPr>
            </a:lvl3pPr>
            <a:lvl4pPr lvl="3">
              <a:spcBef>
                <a:spcPts val="0"/>
              </a:spcBef>
              <a:spcAft>
                <a:spcPts val="0"/>
              </a:spcAft>
              <a:buClr>
                <a:schemeClr val="dk1"/>
              </a:buClr>
              <a:buSzPts val="4800"/>
              <a:buFont typeface="Source Serif 4"/>
              <a:buNone/>
              <a:defRPr sz="4800">
                <a:solidFill>
                  <a:schemeClr val="dk1"/>
                </a:solidFill>
                <a:latin typeface="Source Serif 4"/>
                <a:ea typeface="Source Serif 4"/>
                <a:cs typeface="Source Serif 4"/>
                <a:sym typeface="Source Serif 4"/>
              </a:defRPr>
            </a:lvl4pPr>
            <a:lvl5pPr lvl="4">
              <a:spcBef>
                <a:spcPts val="0"/>
              </a:spcBef>
              <a:spcAft>
                <a:spcPts val="0"/>
              </a:spcAft>
              <a:buClr>
                <a:schemeClr val="dk1"/>
              </a:buClr>
              <a:buSzPts val="4800"/>
              <a:buFont typeface="Source Serif 4"/>
              <a:buNone/>
              <a:defRPr sz="4800">
                <a:solidFill>
                  <a:schemeClr val="dk1"/>
                </a:solidFill>
                <a:latin typeface="Source Serif 4"/>
                <a:ea typeface="Source Serif 4"/>
                <a:cs typeface="Source Serif 4"/>
                <a:sym typeface="Source Serif 4"/>
              </a:defRPr>
            </a:lvl5pPr>
            <a:lvl6pPr lvl="5">
              <a:spcBef>
                <a:spcPts val="0"/>
              </a:spcBef>
              <a:spcAft>
                <a:spcPts val="0"/>
              </a:spcAft>
              <a:buClr>
                <a:schemeClr val="dk1"/>
              </a:buClr>
              <a:buSzPts val="4800"/>
              <a:buFont typeface="Source Serif 4"/>
              <a:buNone/>
              <a:defRPr sz="4800">
                <a:solidFill>
                  <a:schemeClr val="dk1"/>
                </a:solidFill>
                <a:latin typeface="Source Serif 4"/>
                <a:ea typeface="Source Serif 4"/>
                <a:cs typeface="Source Serif 4"/>
                <a:sym typeface="Source Serif 4"/>
              </a:defRPr>
            </a:lvl6pPr>
            <a:lvl7pPr lvl="6">
              <a:spcBef>
                <a:spcPts val="0"/>
              </a:spcBef>
              <a:spcAft>
                <a:spcPts val="0"/>
              </a:spcAft>
              <a:buClr>
                <a:schemeClr val="dk1"/>
              </a:buClr>
              <a:buSzPts val="4800"/>
              <a:buFont typeface="Source Serif 4"/>
              <a:buNone/>
              <a:defRPr sz="4800">
                <a:solidFill>
                  <a:schemeClr val="dk1"/>
                </a:solidFill>
                <a:latin typeface="Source Serif 4"/>
                <a:ea typeface="Source Serif 4"/>
                <a:cs typeface="Source Serif 4"/>
                <a:sym typeface="Source Serif 4"/>
              </a:defRPr>
            </a:lvl7pPr>
            <a:lvl8pPr lvl="7">
              <a:spcBef>
                <a:spcPts val="0"/>
              </a:spcBef>
              <a:spcAft>
                <a:spcPts val="0"/>
              </a:spcAft>
              <a:buClr>
                <a:schemeClr val="dk1"/>
              </a:buClr>
              <a:buSzPts val="4800"/>
              <a:buFont typeface="Source Serif 4"/>
              <a:buNone/>
              <a:defRPr sz="4800">
                <a:solidFill>
                  <a:schemeClr val="dk1"/>
                </a:solidFill>
                <a:latin typeface="Source Serif 4"/>
                <a:ea typeface="Source Serif 4"/>
                <a:cs typeface="Source Serif 4"/>
                <a:sym typeface="Source Serif 4"/>
              </a:defRPr>
            </a:lvl8pPr>
            <a:lvl9pPr lvl="8">
              <a:spcBef>
                <a:spcPts val="0"/>
              </a:spcBef>
              <a:spcAft>
                <a:spcPts val="0"/>
              </a:spcAft>
              <a:buClr>
                <a:schemeClr val="dk1"/>
              </a:buClr>
              <a:buSzPts val="4800"/>
              <a:buFont typeface="Source Serif 4"/>
              <a:buNone/>
              <a:defRPr sz="4800">
                <a:solidFill>
                  <a:schemeClr val="dk1"/>
                </a:solidFill>
                <a:latin typeface="Source Serif 4"/>
                <a:ea typeface="Source Serif 4"/>
                <a:cs typeface="Source Serif 4"/>
                <a:sym typeface="Source Serif 4"/>
              </a:defRPr>
            </a:lvl9pPr>
          </a:lstStyle>
          <a:p/>
        </p:txBody>
      </p:sp>
      <p:sp>
        <p:nvSpPr>
          <p:cNvPr id="60" name="Google Shape;60;p14"/>
          <p:cNvSpPr txBox="1"/>
          <p:nvPr>
            <p:ph idx="2" type="body"/>
          </p:nvPr>
        </p:nvSpPr>
        <p:spPr>
          <a:xfrm>
            <a:off x="4564425" y="2634200"/>
            <a:ext cx="3565200" cy="1566900"/>
          </a:xfrm>
          <a:prstGeom prst="rect">
            <a:avLst/>
          </a:prstGeom>
          <a:noFill/>
          <a:ln>
            <a:noFill/>
          </a:ln>
        </p:spPr>
        <p:txBody>
          <a:bodyPr anchorCtr="0" anchor="t" bIns="91425" lIns="91425" spcFirstLastPara="1" rIns="91425" wrap="square" tIns="91425">
            <a:noAutofit/>
          </a:bodyPr>
          <a:lstStyle>
            <a:lvl1pPr indent="-285750" lvl="0" marL="457200">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1pPr>
            <a:lvl2pPr indent="-285750" lvl="1" marL="914400">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2pPr>
            <a:lvl3pPr indent="-285750" lvl="2" marL="1371600">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3pPr>
            <a:lvl4pPr indent="-285750" lvl="3" marL="1828800">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4pPr>
            <a:lvl5pPr indent="-285750" lvl="4" marL="2286000">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5pPr>
            <a:lvl6pPr indent="-285750" lvl="5" marL="2743200">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6pPr>
            <a:lvl7pPr indent="-285750" lvl="6" marL="3200400">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7pPr>
            <a:lvl8pPr indent="-285750" lvl="7" marL="3657600">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8pPr>
            <a:lvl9pPr indent="-285750" lvl="8" marL="4114800">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9pPr>
          </a:lstStyle>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 id="2147483679" r:id="rId20"/>
    <p:sldLayoutId id="2147483680" r:id="rId21"/>
    <p:sldLayoutId id="2147483681" r:id="rId22"/>
    <p:sldLayoutId id="2147483682" r:id="rId23"/>
    <p:sldLayoutId id="2147483683" r:id="rId24"/>
    <p:sldLayoutId id="2147483684" r:id="rId25"/>
    <p:sldLayoutId id="2147483685" r:id="rId26"/>
    <p:sldLayoutId id="2147483686" r:id="rId27"/>
    <p:sldLayoutId id="2147483687" r:id="rId28"/>
    <p:sldLayoutId id="2147483688" r:id="rId29"/>
    <p:sldLayoutId id="2147483689" r:id="rId30"/>
    <p:sldLayoutId id="2147483690" r:id="rId31"/>
    <p:sldLayoutId id="2147483691" r:id="rId32"/>
    <p:sldLayoutId id="2147483692" r:id="rId33"/>
    <p:sldLayoutId id="2147483693" r:id="rId34"/>
    <p:sldLayoutId id="2147483694" r:id="rId35"/>
    <p:sldLayoutId id="2147483695" r:id="rId36"/>
    <p:sldLayoutId id="2147483696" r:id="rId37"/>
    <p:sldLayoutId id="2147483697" r:id="rId38"/>
    <p:sldLayoutId id="2147483698" r:id="rId39"/>
    <p:sldLayoutId id="2147483699" r:id="rId40"/>
    <p:sldLayoutId id="2147483700" r:id="rId41"/>
    <p:sldLayoutId id="2147483701" r:id="rId42"/>
    <p:sldLayoutId id="2147483702" r:id="rId43"/>
    <p:sldLayoutId id="2147483703" r:id="rId4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161">
          <p15:clr>
            <a:srgbClr val="E46962"/>
          </p15:clr>
        </p15:guide>
        <p15:guide id="2" pos="5599">
          <p15:clr>
            <a:srgbClr val="E46962"/>
          </p15:clr>
        </p15:guide>
        <p15:guide id="3" orient="horz" pos="161">
          <p15:clr>
            <a:srgbClr val="E46962"/>
          </p15:clr>
        </p15:guide>
        <p15:guide id="4" orient="horz" pos="3079">
          <p15:clr>
            <a:srgbClr val="E46962"/>
          </p15:clr>
        </p15:guide>
        <p15:guide id="5" pos="1463">
          <p15:clr>
            <a:srgbClr val="E46962"/>
          </p15:clr>
        </p15:guide>
        <p15:guide id="6" pos="1532">
          <p15:clr>
            <a:srgbClr val="E46962"/>
          </p15:clr>
        </p15:guide>
        <p15:guide id="7" pos="2845">
          <p15:clr>
            <a:srgbClr val="E46962"/>
          </p15:clr>
        </p15:guide>
        <p15:guide id="8" pos="2916">
          <p15:clr>
            <a:srgbClr val="E46962"/>
          </p15:clr>
        </p15:guide>
        <p15:guide id="9" pos="4228">
          <p15:clr>
            <a:srgbClr val="E46962"/>
          </p15:clr>
        </p15:guide>
        <p15:guide id="10" pos="4297">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6.xml"/><Relationship Id="rId3"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59"/>
          <p:cNvSpPr txBox="1"/>
          <p:nvPr>
            <p:ph type="title"/>
          </p:nvPr>
        </p:nvSpPr>
        <p:spPr>
          <a:xfrm>
            <a:off x="256050" y="3313175"/>
            <a:ext cx="2352600" cy="13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i="0" lang="en"/>
              <a:t>Nathan Gin</a:t>
            </a:r>
            <a:endParaRPr i="0"/>
          </a:p>
        </p:txBody>
      </p:sp>
      <p:sp>
        <p:nvSpPr>
          <p:cNvPr id="448" name="Google Shape;448;p59"/>
          <p:cNvSpPr txBox="1"/>
          <p:nvPr>
            <p:ph idx="4" type="title"/>
          </p:nvPr>
        </p:nvSpPr>
        <p:spPr>
          <a:xfrm>
            <a:off x="256050" y="1436250"/>
            <a:ext cx="8631900" cy="1135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i="0" lang="en"/>
              <a:t>TrialGPT: </a:t>
            </a:r>
            <a:endParaRPr i="0"/>
          </a:p>
          <a:p>
            <a:pPr indent="0" lvl="0" marL="0" rtl="0" algn="l">
              <a:spcBef>
                <a:spcPts val="0"/>
              </a:spcBef>
              <a:spcAft>
                <a:spcPts val="0"/>
              </a:spcAft>
              <a:buNone/>
            </a:pPr>
            <a:r>
              <a:rPr lang="en" sz="3000">
                <a:latin typeface="Source Serif 4"/>
                <a:ea typeface="Source Serif 4"/>
                <a:cs typeface="Source Serif 4"/>
                <a:sym typeface="Source Serif 4"/>
              </a:rPr>
              <a:t>End-to-end patient-to-trial matching with LLMs</a:t>
            </a:r>
            <a:endParaRPr sz="3000">
              <a:latin typeface="Source Serif 4"/>
              <a:ea typeface="Source Serif 4"/>
              <a:cs typeface="Source Serif 4"/>
              <a:sym typeface="Source Serif 4"/>
            </a:endParaRPr>
          </a:p>
          <a:p>
            <a:pPr indent="0" lvl="0" marL="0" rtl="0" algn="l">
              <a:spcBef>
                <a:spcPts val="0"/>
              </a:spcBef>
              <a:spcAft>
                <a:spcPts val="0"/>
              </a:spcAft>
              <a:buNone/>
            </a:pPr>
            <a:r>
              <a:t/>
            </a:r>
            <a:endParaRPr sz="2400">
              <a:latin typeface="Source Serif 4"/>
              <a:ea typeface="Source Serif 4"/>
              <a:cs typeface="Source Serif 4"/>
              <a:sym typeface="Source Serif 4"/>
            </a:endParaRPr>
          </a:p>
          <a:p>
            <a:pPr indent="0" lvl="0" marL="0" rtl="0" algn="l">
              <a:spcBef>
                <a:spcPts val="0"/>
              </a:spcBef>
              <a:spcAft>
                <a:spcPts val="0"/>
              </a:spcAft>
              <a:buNone/>
            </a:pPr>
            <a:r>
              <a:rPr lang="en" sz="1700">
                <a:latin typeface="Source Serif 4"/>
                <a:ea typeface="Source Serif 4"/>
                <a:cs typeface="Source Serif 4"/>
                <a:sym typeface="Source Serif 4"/>
              </a:rPr>
              <a:t>Jin et al. (2024), Nature Communications 15: 53081</a:t>
            </a:r>
            <a:br>
              <a:rPr lang="en" sz="1700">
                <a:latin typeface="Source Serif 4"/>
                <a:ea typeface="Source Serif 4"/>
                <a:cs typeface="Source Serif 4"/>
                <a:sym typeface="Source Serif 4"/>
              </a:rPr>
            </a:br>
            <a:endParaRPr sz="1700">
              <a:latin typeface="Source Serif 4"/>
              <a:ea typeface="Source Serif 4"/>
              <a:cs typeface="Source Serif 4"/>
              <a:sym typeface="Source Serif 4"/>
            </a:endParaRPr>
          </a:p>
          <a:p>
            <a:pPr indent="0" lvl="0" marL="0" rtl="0" algn="l">
              <a:spcBef>
                <a:spcPts val="0"/>
              </a:spcBef>
              <a:spcAft>
                <a:spcPts val="0"/>
              </a:spcAft>
              <a:buNone/>
            </a:pPr>
            <a:r>
              <a:t/>
            </a:r>
            <a:endParaRPr sz="2400">
              <a:latin typeface="Source Serif 4"/>
              <a:ea typeface="Source Serif 4"/>
              <a:cs typeface="Source Serif 4"/>
              <a:sym typeface="Source Serif 4"/>
            </a:endParaRPr>
          </a:p>
        </p:txBody>
      </p:sp>
      <p:sp>
        <p:nvSpPr>
          <p:cNvPr id="449" name="Google Shape;449;p59"/>
          <p:cNvSpPr txBox="1"/>
          <p:nvPr>
            <p:ph idx="3" type="title"/>
          </p:nvPr>
        </p:nvSpPr>
        <p:spPr>
          <a:xfrm>
            <a:off x="256050" y="3800525"/>
            <a:ext cx="2352600" cy="13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i="0" lang="en"/>
              <a:t>11/24/2025</a:t>
            </a:r>
            <a:endParaRPr i="0"/>
          </a:p>
        </p:txBody>
      </p:sp>
      <p:sp>
        <p:nvSpPr>
          <p:cNvPr id="450" name="Google Shape;450;p59"/>
          <p:cNvSpPr txBox="1"/>
          <p:nvPr>
            <p:ph idx="1" type="subTitle"/>
          </p:nvPr>
        </p:nvSpPr>
        <p:spPr>
          <a:xfrm>
            <a:off x="7657750" y="256025"/>
            <a:ext cx="1230300" cy="275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solidFill>
                  <a:schemeClr val="lt2"/>
                </a:solidFill>
              </a:rPr>
              <a:t>MONTH YEAR</a:t>
            </a:r>
            <a:endParaRPr>
              <a:solidFill>
                <a:schemeClr val="lt2"/>
              </a:solidFill>
            </a:endParaRPr>
          </a:p>
        </p:txBody>
      </p:sp>
      <p:cxnSp>
        <p:nvCxnSpPr>
          <p:cNvPr id="451" name="Google Shape;451;p59"/>
          <p:cNvCxnSpPr/>
          <p:nvPr/>
        </p:nvCxnSpPr>
        <p:spPr>
          <a:xfrm>
            <a:off x="3297300" y="3618375"/>
            <a:ext cx="5846700" cy="0"/>
          </a:xfrm>
          <a:prstGeom prst="straightConnector1">
            <a:avLst/>
          </a:prstGeom>
          <a:noFill/>
          <a:ln cap="flat" cmpd="sng" w="9525">
            <a:solidFill>
              <a:schemeClr val="accent3"/>
            </a:solidFill>
            <a:prstDash val="solid"/>
            <a:round/>
            <a:headEnd len="med" w="med" type="none"/>
            <a:tailEnd len="med" w="med" type="none"/>
          </a:ln>
        </p:spPr>
      </p:cxnSp>
      <p:sp>
        <p:nvSpPr>
          <p:cNvPr id="452" name="Google Shape;452;p59"/>
          <p:cNvSpPr/>
          <p:nvPr/>
        </p:nvSpPr>
        <p:spPr>
          <a:xfrm flipH="1">
            <a:off x="8338700" y="2810925"/>
            <a:ext cx="1614900" cy="1614900"/>
          </a:xfrm>
          <a:prstGeom prst="arc">
            <a:avLst>
              <a:gd fmla="val 16200000" name="adj1"/>
              <a:gd fmla="val 5413833" name="adj2"/>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60"/>
          <p:cNvSpPr txBox="1"/>
          <p:nvPr>
            <p:ph type="title"/>
          </p:nvPr>
        </p:nvSpPr>
        <p:spPr>
          <a:xfrm>
            <a:off x="256025" y="213150"/>
            <a:ext cx="70785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Motivation: Why This Matters</a:t>
            </a:r>
            <a:endParaRPr/>
          </a:p>
        </p:txBody>
      </p:sp>
      <p:sp>
        <p:nvSpPr>
          <p:cNvPr id="458" name="Google Shape;458;p60"/>
          <p:cNvSpPr txBox="1"/>
          <p:nvPr>
            <p:ph idx="1" type="body"/>
          </p:nvPr>
        </p:nvSpPr>
        <p:spPr>
          <a:xfrm>
            <a:off x="255975" y="1547275"/>
            <a:ext cx="8631900" cy="2154900"/>
          </a:xfrm>
          <a:prstGeom prst="rect">
            <a:avLst/>
          </a:prstGeom>
        </p:spPr>
        <p:txBody>
          <a:bodyPr anchorCtr="0" anchor="t" bIns="0" lIns="0" spcFirstLastPara="1" rIns="0" wrap="square" tIns="0">
            <a:spAutoFit/>
          </a:bodyPr>
          <a:lstStyle/>
          <a:p>
            <a:pPr indent="-330200" lvl="0" marL="457200" rtl="0" algn="l">
              <a:lnSpc>
                <a:spcPct val="100000"/>
              </a:lnSpc>
              <a:spcBef>
                <a:spcPts val="0"/>
              </a:spcBef>
              <a:spcAft>
                <a:spcPts val="0"/>
              </a:spcAft>
              <a:buSzPts val="1600"/>
              <a:buChar char="●"/>
            </a:pPr>
            <a:r>
              <a:rPr lang="en" sz="1600"/>
              <a:t>Eligibility criteria are long, complex, and unstructured</a:t>
            </a:r>
            <a:br>
              <a:rPr lang="en" sz="1600"/>
            </a:br>
            <a:endParaRPr sz="1600"/>
          </a:p>
          <a:p>
            <a:pPr indent="-330200" lvl="0" marL="457200" rtl="0" algn="l">
              <a:lnSpc>
                <a:spcPct val="100000"/>
              </a:lnSpc>
              <a:spcBef>
                <a:spcPts val="0"/>
              </a:spcBef>
              <a:spcAft>
                <a:spcPts val="0"/>
              </a:spcAft>
              <a:buSzPts val="1600"/>
              <a:buChar char="●"/>
            </a:pPr>
            <a:r>
              <a:rPr lang="en" sz="1600"/>
              <a:t>Manual screening is slow (weeks) and inconsistent</a:t>
            </a:r>
            <a:br>
              <a:rPr lang="en" sz="1600"/>
            </a:br>
            <a:endParaRPr sz="1600"/>
          </a:p>
          <a:p>
            <a:pPr indent="-330200" lvl="0" marL="457200" rtl="0" algn="l">
              <a:lnSpc>
                <a:spcPct val="100000"/>
              </a:lnSpc>
              <a:spcBef>
                <a:spcPts val="0"/>
              </a:spcBef>
              <a:spcAft>
                <a:spcPts val="0"/>
              </a:spcAft>
              <a:buSzPts val="1600"/>
              <a:buChar char="●"/>
            </a:pPr>
            <a:r>
              <a:rPr lang="en" sz="1600"/>
              <a:t>Recruitment delays lead to underpowered trials &amp; protocol amendments</a:t>
            </a:r>
            <a:br>
              <a:rPr lang="en" sz="1600"/>
            </a:br>
            <a:endParaRPr sz="1600"/>
          </a:p>
          <a:p>
            <a:pPr indent="-330200" lvl="0" marL="457200" rtl="0" algn="l">
              <a:lnSpc>
                <a:spcPct val="100000"/>
              </a:lnSpc>
              <a:spcBef>
                <a:spcPts val="0"/>
              </a:spcBef>
              <a:spcAft>
                <a:spcPts val="0"/>
              </a:spcAft>
              <a:buSzPts val="1600"/>
              <a:buChar char="●"/>
            </a:pPr>
            <a:r>
              <a:rPr lang="en" sz="1600"/>
              <a:t>Eligibility errors threaten internal validity even if randomization is perfect</a:t>
            </a:r>
            <a:endParaRPr sz="1600"/>
          </a:p>
          <a:p>
            <a:pPr indent="0" lvl="0" marL="0" rtl="0" algn="l">
              <a:spcBef>
                <a:spcPts val="1200"/>
              </a:spcBef>
              <a:spcAft>
                <a:spcPts val="1200"/>
              </a:spcAft>
              <a:buNone/>
            </a:pPr>
            <a:r>
              <a:t/>
            </a:r>
            <a:endParaRPr sz="1800">
              <a:solidFill>
                <a:srgbClr val="000000"/>
              </a:solidFill>
            </a:endParaRPr>
          </a:p>
        </p:txBody>
      </p:sp>
      <p:cxnSp>
        <p:nvCxnSpPr>
          <p:cNvPr id="459" name="Google Shape;459;p60"/>
          <p:cNvCxnSpPr/>
          <p:nvPr/>
        </p:nvCxnSpPr>
        <p:spPr>
          <a:xfrm>
            <a:off x="0" y="1218975"/>
            <a:ext cx="91440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61"/>
          <p:cNvSpPr txBox="1"/>
          <p:nvPr>
            <p:ph type="title"/>
          </p:nvPr>
        </p:nvSpPr>
        <p:spPr>
          <a:xfrm>
            <a:off x="256025" y="213150"/>
            <a:ext cx="70785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Recruitment Bottleneck in Clinical Trials</a:t>
            </a:r>
            <a:endParaRPr/>
          </a:p>
        </p:txBody>
      </p:sp>
      <p:sp>
        <p:nvSpPr>
          <p:cNvPr id="465" name="Google Shape;465;p61"/>
          <p:cNvSpPr txBox="1"/>
          <p:nvPr>
            <p:ph idx="1" type="body"/>
          </p:nvPr>
        </p:nvSpPr>
        <p:spPr>
          <a:xfrm>
            <a:off x="255975" y="1547275"/>
            <a:ext cx="8631900" cy="2507400"/>
          </a:xfrm>
          <a:prstGeom prst="rect">
            <a:avLst/>
          </a:prstGeom>
        </p:spPr>
        <p:txBody>
          <a:bodyPr anchorCtr="0" anchor="t" bIns="0" lIns="0" spcFirstLastPara="1" rIns="0" wrap="square" tIns="0">
            <a:spAutoFit/>
          </a:bodyPr>
          <a:lstStyle/>
          <a:p>
            <a:pPr indent="-342900" lvl="0" marL="457200" rtl="0" algn="l">
              <a:spcBef>
                <a:spcPts val="1200"/>
              </a:spcBef>
              <a:spcAft>
                <a:spcPts val="0"/>
              </a:spcAft>
              <a:buClr>
                <a:srgbClr val="000000"/>
              </a:buClr>
              <a:buSzPts val="1800"/>
              <a:buFont typeface="Arial"/>
              <a:buChar char="●"/>
            </a:pPr>
            <a:r>
              <a:rPr lang="en" sz="1800">
                <a:solidFill>
                  <a:srgbClr val="000000"/>
                </a:solidFill>
              </a:rPr>
              <a:t>~80% of trials fail to meet enrollment timelines</a:t>
            </a:r>
            <a:br>
              <a:rPr lang="en" sz="1800">
                <a:solidFill>
                  <a:srgbClr val="000000"/>
                </a:solidFill>
              </a:rPr>
            </a:br>
            <a:endParaRPr sz="1800">
              <a:solidFill>
                <a:srgbClr val="000000"/>
              </a:solidFill>
            </a:endParaRPr>
          </a:p>
          <a:p>
            <a:pPr indent="-342900" lvl="0" marL="457200" rtl="0" algn="l">
              <a:spcBef>
                <a:spcPts val="0"/>
              </a:spcBef>
              <a:spcAft>
                <a:spcPts val="0"/>
              </a:spcAft>
              <a:buClr>
                <a:srgbClr val="000000"/>
              </a:buClr>
              <a:buSzPts val="1800"/>
              <a:buFont typeface="Arial"/>
              <a:buChar char="●"/>
            </a:pPr>
            <a:r>
              <a:rPr lang="en" sz="1800">
                <a:solidFill>
                  <a:srgbClr val="000000"/>
                </a:solidFill>
              </a:rPr>
              <a:t>~25–30% of cancer trials fail due to insufficient enrollment</a:t>
            </a:r>
            <a:br>
              <a:rPr lang="en" sz="1800">
                <a:solidFill>
                  <a:srgbClr val="000000"/>
                </a:solidFill>
              </a:rPr>
            </a:br>
            <a:endParaRPr sz="1800">
              <a:solidFill>
                <a:srgbClr val="000000"/>
              </a:solidFill>
            </a:endParaRPr>
          </a:p>
          <a:p>
            <a:pPr indent="-342900" lvl="0" marL="457200" rtl="0" algn="l">
              <a:spcBef>
                <a:spcPts val="0"/>
              </a:spcBef>
              <a:spcAft>
                <a:spcPts val="0"/>
              </a:spcAft>
              <a:buClr>
                <a:srgbClr val="000000"/>
              </a:buClr>
              <a:buSzPts val="1800"/>
              <a:buFont typeface="Arial"/>
              <a:buChar char="●"/>
            </a:pPr>
            <a:r>
              <a:rPr lang="en" sz="1800">
                <a:solidFill>
                  <a:srgbClr val="000000"/>
                </a:solidFill>
              </a:rPr>
              <a:t>Manual chart review is labor-intensive and varies by coordinator</a:t>
            </a:r>
            <a:br>
              <a:rPr lang="en" sz="1800">
                <a:solidFill>
                  <a:srgbClr val="000000"/>
                </a:solidFill>
              </a:rPr>
            </a:br>
            <a:endParaRPr sz="1800">
              <a:solidFill>
                <a:srgbClr val="000000"/>
              </a:solidFill>
            </a:endParaRPr>
          </a:p>
          <a:p>
            <a:pPr indent="-342900" lvl="0" marL="457200" rtl="0" algn="l">
              <a:spcBef>
                <a:spcPts val="0"/>
              </a:spcBef>
              <a:spcAft>
                <a:spcPts val="0"/>
              </a:spcAft>
              <a:buClr>
                <a:srgbClr val="000000"/>
              </a:buClr>
              <a:buSzPts val="1800"/>
              <a:buFont typeface="Arial"/>
              <a:buChar char="●"/>
            </a:pPr>
            <a:r>
              <a:rPr lang="en" sz="1800">
                <a:solidFill>
                  <a:srgbClr val="000000"/>
                </a:solidFill>
              </a:rPr>
              <a:t>Eligibility misclassification introduces selection bias</a:t>
            </a:r>
            <a:br>
              <a:rPr lang="en" sz="1800">
                <a:solidFill>
                  <a:srgbClr val="000000"/>
                </a:solidFill>
              </a:rPr>
            </a:br>
            <a:endParaRPr sz="1800">
              <a:solidFill>
                <a:srgbClr val="000000"/>
              </a:solidFill>
            </a:endParaRPr>
          </a:p>
        </p:txBody>
      </p:sp>
      <p:cxnSp>
        <p:nvCxnSpPr>
          <p:cNvPr id="466" name="Google Shape;466;p61"/>
          <p:cNvCxnSpPr/>
          <p:nvPr/>
        </p:nvCxnSpPr>
        <p:spPr>
          <a:xfrm>
            <a:off x="0" y="1218975"/>
            <a:ext cx="91440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62"/>
          <p:cNvSpPr txBox="1"/>
          <p:nvPr>
            <p:ph type="title"/>
          </p:nvPr>
        </p:nvSpPr>
        <p:spPr>
          <a:xfrm>
            <a:off x="256025" y="213150"/>
            <a:ext cx="70785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Why Use AI for Trial Matching?</a:t>
            </a:r>
            <a:endParaRPr/>
          </a:p>
        </p:txBody>
      </p:sp>
      <p:sp>
        <p:nvSpPr>
          <p:cNvPr id="472" name="Google Shape;472;p62"/>
          <p:cNvSpPr txBox="1"/>
          <p:nvPr>
            <p:ph idx="1" type="body"/>
          </p:nvPr>
        </p:nvSpPr>
        <p:spPr>
          <a:xfrm>
            <a:off x="256050" y="1431675"/>
            <a:ext cx="8631900" cy="1246800"/>
          </a:xfrm>
          <a:prstGeom prst="rect">
            <a:avLst/>
          </a:prstGeom>
        </p:spPr>
        <p:txBody>
          <a:bodyPr anchorCtr="0" anchor="t" bIns="0" lIns="0" spcFirstLastPara="1" rIns="0" wrap="square" tIns="0">
            <a:spAutoFit/>
          </a:bodyPr>
          <a:lstStyle/>
          <a:p>
            <a:pPr indent="-304800" lvl="0" marL="457200" rtl="0" algn="l">
              <a:spcBef>
                <a:spcPts val="1200"/>
              </a:spcBef>
              <a:spcAft>
                <a:spcPts val="0"/>
              </a:spcAft>
              <a:buClr>
                <a:srgbClr val="000000"/>
              </a:buClr>
              <a:buSzPts val="1200"/>
              <a:buChar char="●"/>
            </a:pPr>
            <a:r>
              <a:rPr lang="en" sz="1200">
                <a:solidFill>
                  <a:srgbClr val="000000"/>
                </a:solidFill>
              </a:rPr>
              <a:t>Need automation for scale (&gt; 20,000 active trials in U.S.)</a:t>
            </a:r>
            <a:endParaRPr sz="1200">
              <a:solidFill>
                <a:srgbClr val="000000"/>
              </a:solidFill>
            </a:endParaRPr>
          </a:p>
          <a:p>
            <a:pPr indent="-298450" lvl="0" marL="457200" rtl="0" algn="l">
              <a:spcBef>
                <a:spcPts val="0"/>
              </a:spcBef>
              <a:spcAft>
                <a:spcPts val="0"/>
              </a:spcAft>
              <a:buClr>
                <a:srgbClr val="000000"/>
              </a:buClr>
              <a:buSzPts val="1100"/>
              <a:buFont typeface="Arial"/>
              <a:buChar char="●"/>
            </a:pPr>
            <a:r>
              <a:rPr lang="en" sz="1200">
                <a:solidFill>
                  <a:srgbClr val="000000"/>
                </a:solidFill>
              </a:rPr>
              <a:t>Traditional keyword systems miss context (e.g., “high blood sugar” ≠ “hyperglycemia”)</a:t>
            </a:r>
            <a:endParaRPr sz="1200">
              <a:solidFill>
                <a:srgbClr val="000000"/>
              </a:solidFill>
            </a:endParaRPr>
          </a:p>
          <a:p>
            <a:pPr indent="-298450" lvl="0" marL="457200" rtl="0" algn="l">
              <a:spcBef>
                <a:spcPts val="0"/>
              </a:spcBef>
              <a:spcAft>
                <a:spcPts val="0"/>
              </a:spcAft>
              <a:buClr>
                <a:srgbClr val="000000"/>
              </a:buClr>
              <a:buSzPts val="1100"/>
              <a:buFont typeface="Arial"/>
              <a:buChar char="●"/>
            </a:pPr>
            <a:r>
              <a:rPr lang="en" sz="1200">
                <a:solidFill>
                  <a:srgbClr val="000000"/>
                </a:solidFill>
              </a:rPr>
              <a:t>LLMs capture synonyms, reasoning, and cross-criterion logic</a:t>
            </a:r>
            <a:endParaRPr sz="1200">
              <a:solidFill>
                <a:srgbClr val="000000"/>
              </a:solidFill>
            </a:endParaRPr>
          </a:p>
          <a:p>
            <a:pPr indent="-298450" lvl="0" marL="457200" rtl="0" algn="l">
              <a:spcBef>
                <a:spcPts val="0"/>
              </a:spcBef>
              <a:spcAft>
                <a:spcPts val="0"/>
              </a:spcAft>
              <a:buClr>
                <a:srgbClr val="000000"/>
              </a:buClr>
              <a:buSzPts val="1100"/>
              <a:buFont typeface="Arial"/>
              <a:buChar char="●"/>
            </a:pPr>
            <a:r>
              <a:rPr lang="en" sz="1200">
                <a:solidFill>
                  <a:srgbClr val="000000"/>
                </a:solidFill>
              </a:rPr>
              <a:t>LLMs reason over full patient notes lead to better recall, fewer missed eligible patients</a:t>
            </a:r>
            <a:endParaRPr sz="1200">
              <a:solidFill>
                <a:srgbClr val="000000"/>
              </a:solidFill>
            </a:endParaRPr>
          </a:p>
          <a:p>
            <a:pPr indent="-298450" lvl="0" marL="457200" rtl="0" algn="l">
              <a:spcBef>
                <a:spcPts val="0"/>
              </a:spcBef>
              <a:spcAft>
                <a:spcPts val="0"/>
              </a:spcAft>
              <a:buClr>
                <a:srgbClr val="000000"/>
              </a:buClr>
              <a:buSzPts val="1100"/>
              <a:buFont typeface="Arial"/>
              <a:buChar char="●"/>
            </a:pPr>
            <a:r>
              <a:rPr lang="en" sz="1200">
                <a:solidFill>
                  <a:srgbClr val="000000"/>
                </a:solidFill>
              </a:rPr>
              <a:t>LLMs can explain predictions and highlight relevant evidence sentences</a:t>
            </a:r>
            <a:endParaRPr sz="1200">
              <a:solidFill>
                <a:srgbClr val="000000"/>
              </a:solidFill>
            </a:endParaRPr>
          </a:p>
          <a:p>
            <a:pPr indent="-298450" lvl="0" marL="457200" rtl="0" algn="l">
              <a:spcBef>
                <a:spcPts val="0"/>
              </a:spcBef>
              <a:spcAft>
                <a:spcPts val="0"/>
              </a:spcAft>
              <a:buClr>
                <a:srgbClr val="000000"/>
              </a:buClr>
              <a:buSzPts val="1100"/>
              <a:buFont typeface="Arial"/>
              <a:buChar char="●"/>
            </a:pPr>
            <a:r>
              <a:rPr lang="en" sz="1200">
                <a:solidFill>
                  <a:srgbClr val="000000"/>
                </a:solidFill>
              </a:rPr>
              <a:t>More consistent screening leads to reduced selection bias and better external validity</a:t>
            </a:r>
            <a:endParaRPr sz="1200">
              <a:solidFill>
                <a:srgbClr val="000000"/>
              </a:solidFill>
            </a:endParaRPr>
          </a:p>
        </p:txBody>
      </p:sp>
      <p:cxnSp>
        <p:nvCxnSpPr>
          <p:cNvPr id="473" name="Google Shape;473;p62"/>
          <p:cNvCxnSpPr/>
          <p:nvPr/>
        </p:nvCxnSpPr>
        <p:spPr>
          <a:xfrm>
            <a:off x="0" y="1218975"/>
            <a:ext cx="9144000" cy="0"/>
          </a:xfrm>
          <a:prstGeom prst="straightConnector1">
            <a:avLst/>
          </a:prstGeom>
          <a:noFill/>
          <a:ln cap="flat" cmpd="sng" w="9525">
            <a:solidFill>
              <a:schemeClr val="dk1"/>
            </a:solidFill>
            <a:prstDash val="solid"/>
            <a:round/>
            <a:headEnd len="med" w="med" type="none"/>
            <a:tailEnd len="med" w="med" type="none"/>
          </a:ln>
        </p:spPr>
      </p:cxnSp>
      <p:pic>
        <p:nvPicPr>
          <p:cNvPr id="474" name="Google Shape;474;p62"/>
          <p:cNvPicPr preferRelativeResize="0"/>
          <p:nvPr/>
        </p:nvPicPr>
        <p:blipFill>
          <a:blip r:embed="rId3">
            <a:alphaModFix/>
          </a:blip>
          <a:stretch>
            <a:fillRect/>
          </a:stretch>
        </p:blipFill>
        <p:spPr>
          <a:xfrm>
            <a:off x="485725" y="2890875"/>
            <a:ext cx="8286750" cy="21336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63"/>
          <p:cNvSpPr txBox="1"/>
          <p:nvPr>
            <p:ph type="title"/>
          </p:nvPr>
        </p:nvSpPr>
        <p:spPr>
          <a:xfrm>
            <a:off x="256025" y="213150"/>
            <a:ext cx="75522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TrialGPT Architecture and Modules</a:t>
            </a:r>
            <a:endParaRPr/>
          </a:p>
        </p:txBody>
      </p:sp>
      <p:sp>
        <p:nvSpPr>
          <p:cNvPr id="480" name="Google Shape;480;p63"/>
          <p:cNvSpPr txBox="1"/>
          <p:nvPr>
            <p:ph idx="1" type="body"/>
          </p:nvPr>
        </p:nvSpPr>
        <p:spPr>
          <a:xfrm>
            <a:off x="255975" y="1547275"/>
            <a:ext cx="3777900" cy="3520200"/>
          </a:xfrm>
          <a:prstGeom prst="rect">
            <a:avLst/>
          </a:prstGeom>
        </p:spPr>
        <p:txBody>
          <a:bodyPr anchorCtr="0" anchor="t" bIns="0" lIns="0" spcFirstLastPara="1" rIns="0" wrap="square" tIns="0">
            <a:spAutoFit/>
          </a:bodyPr>
          <a:lstStyle/>
          <a:p>
            <a:pPr indent="-304800" lvl="0" marL="457200" rtl="0" algn="l">
              <a:spcBef>
                <a:spcPts val="1200"/>
              </a:spcBef>
              <a:spcAft>
                <a:spcPts val="0"/>
              </a:spcAft>
              <a:buClr>
                <a:srgbClr val="000000"/>
              </a:buClr>
              <a:buSzPts val="1200"/>
              <a:buChar char="●"/>
            </a:pPr>
            <a:r>
              <a:rPr lang="en" sz="1200">
                <a:solidFill>
                  <a:srgbClr val="000000"/>
                </a:solidFill>
              </a:rPr>
              <a:t>3-stage </a:t>
            </a:r>
            <a:r>
              <a:rPr lang="en" sz="1200">
                <a:solidFill>
                  <a:srgbClr val="000000"/>
                </a:solidFill>
              </a:rPr>
              <a:t>pipeline: </a:t>
            </a:r>
            <a:endParaRPr sz="1200">
              <a:solidFill>
                <a:srgbClr val="000000"/>
              </a:solidFill>
            </a:endParaRPr>
          </a:p>
          <a:p>
            <a:pPr indent="-323850" lvl="1" marL="914400" rtl="0" algn="l">
              <a:spcBef>
                <a:spcPts val="0"/>
              </a:spcBef>
              <a:spcAft>
                <a:spcPts val="0"/>
              </a:spcAft>
              <a:buClr>
                <a:srgbClr val="000000"/>
              </a:buClr>
              <a:buSzPts val="1500"/>
              <a:buChar char="○"/>
            </a:pPr>
            <a:r>
              <a:rPr b="1" lang="en" sz="1100">
                <a:solidFill>
                  <a:srgbClr val="000000"/>
                </a:solidFill>
              </a:rPr>
              <a:t>Stage 1: Retrieval</a:t>
            </a:r>
            <a:r>
              <a:rPr lang="en" sz="1100">
                <a:solidFill>
                  <a:srgbClr val="000000"/>
                </a:solidFill>
              </a:rPr>
              <a:t> — Narrow down ~20,000 trials to a candidate set</a:t>
            </a:r>
            <a:endParaRPr sz="1100">
              <a:solidFill>
                <a:srgbClr val="000000"/>
              </a:solidFill>
            </a:endParaRPr>
          </a:p>
          <a:p>
            <a:pPr indent="-323850" lvl="1" marL="914400" rtl="0" algn="l">
              <a:spcBef>
                <a:spcPts val="0"/>
              </a:spcBef>
              <a:spcAft>
                <a:spcPts val="0"/>
              </a:spcAft>
              <a:buClr>
                <a:srgbClr val="000000"/>
              </a:buClr>
              <a:buSzPts val="1500"/>
              <a:buChar char="○"/>
            </a:pPr>
            <a:r>
              <a:rPr b="1" lang="en" sz="1100">
                <a:solidFill>
                  <a:srgbClr val="000000"/>
                </a:solidFill>
              </a:rPr>
              <a:t>Stage 2: Criterion-level Matching</a:t>
            </a:r>
            <a:r>
              <a:rPr lang="en" sz="1100">
                <a:solidFill>
                  <a:srgbClr val="000000"/>
                </a:solidFill>
              </a:rPr>
              <a:t> — Evaluate patient note against each inclusion/exclusion rule</a:t>
            </a:r>
            <a:endParaRPr sz="1100">
              <a:solidFill>
                <a:srgbClr val="000000"/>
              </a:solidFill>
            </a:endParaRPr>
          </a:p>
          <a:p>
            <a:pPr indent="-323850" lvl="1" marL="914400" rtl="0" algn="l">
              <a:spcBef>
                <a:spcPts val="0"/>
              </a:spcBef>
              <a:spcAft>
                <a:spcPts val="0"/>
              </a:spcAft>
              <a:buClr>
                <a:srgbClr val="000000"/>
              </a:buClr>
              <a:buSzPts val="1500"/>
              <a:buChar char="○"/>
            </a:pPr>
            <a:r>
              <a:rPr b="1" lang="en" sz="1100">
                <a:solidFill>
                  <a:srgbClr val="000000"/>
                </a:solidFill>
              </a:rPr>
              <a:t>Stage 3: Trial-level Ranking </a:t>
            </a:r>
            <a:r>
              <a:rPr lang="en" sz="1100">
                <a:solidFill>
                  <a:srgbClr val="000000"/>
                </a:solidFill>
              </a:rPr>
              <a:t>— Aggregate scores (inclusion/exclusion/relevance) to produce final ranking</a:t>
            </a:r>
            <a:br>
              <a:rPr lang="en" sz="1100">
                <a:solidFill>
                  <a:srgbClr val="000000"/>
                </a:solidFill>
              </a:rPr>
            </a:br>
            <a:endParaRPr sz="1100">
              <a:solidFill>
                <a:srgbClr val="000000"/>
              </a:solidFill>
            </a:endParaRPr>
          </a:p>
          <a:p>
            <a:pPr indent="-292100" lvl="0" marL="457200" rtl="0" algn="l">
              <a:spcBef>
                <a:spcPts val="0"/>
              </a:spcBef>
              <a:spcAft>
                <a:spcPts val="0"/>
              </a:spcAft>
              <a:buClr>
                <a:srgbClr val="000000"/>
              </a:buClr>
              <a:buSzPts val="1000"/>
              <a:buFont typeface="Arial"/>
              <a:buChar char="●"/>
            </a:pPr>
            <a:r>
              <a:rPr lang="en" sz="1100">
                <a:solidFill>
                  <a:srgbClr val="000000"/>
                </a:solidFill>
              </a:rPr>
              <a:t>Uses structured + chain-of-thought prompting to generate explanations</a:t>
            </a:r>
            <a:br>
              <a:rPr lang="en" sz="1000">
                <a:solidFill>
                  <a:srgbClr val="000000"/>
                </a:solidFill>
                <a:latin typeface="Arial"/>
                <a:ea typeface="Arial"/>
                <a:cs typeface="Arial"/>
                <a:sym typeface="Arial"/>
              </a:rPr>
            </a:br>
            <a:endParaRPr sz="1000">
              <a:solidFill>
                <a:srgbClr val="000000"/>
              </a:solidFill>
              <a:latin typeface="Arial"/>
              <a:ea typeface="Arial"/>
              <a:cs typeface="Arial"/>
              <a:sym typeface="Arial"/>
            </a:endParaRPr>
          </a:p>
          <a:p>
            <a:pPr indent="-304800" lvl="0" marL="457200" rtl="0" algn="l">
              <a:spcBef>
                <a:spcPts val="0"/>
              </a:spcBef>
              <a:spcAft>
                <a:spcPts val="0"/>
              </a:spcAft>
              <a:buClr>
                <a:srgbClr val="000000"/>
              </a:buClr>
              <a:buSzPts val="1200"/>
              <a:buChar char="●"/>
            </a:pPr>
            <a:r>
              <a:rPr lang="en" sz="1200">
                <a:solidFill>
                  <a:srgbClr val="000000"/>
                </a:solidFill>
              </a:rPr>
              <a:t>Uses GPT-4 for reasoning over clinical text</a:t>
            </a:r>
            <a:endParaRPr sz="1200">
              <a:solidFill>
                <a:srgbClr val="000000"/>
              </a:solidFill>
            </a:endParaRPr>
          </a:p>
          <a:p>
            <a:pPr indent="0" lvl="0" marL="0" rtl="0" algn="l">
              <a:spcBef>
                <a:spcPts val="1200"/>
              </a:spcBef>
              <a:spcAft>
                <a:spcPts val="1200"/>
              </a:spcAft>
              <a:buNone/>
            </a:pPr>
            <a:r>
              <a:t/>
            </a:r>
            <a:endParaRPr sz="1400">
              <a:solidFill>
                <a:srgbClr val="000000"/>
              </a:solidFill>
            </a:endParaRPr>
          </a:p>
        </p:txBody>
      </p:sp>
      <p:cxnSp>
        <p:nvCxnSpPr>
          <p:cNvPr id="481" name="Google Shape;481;p63"/>
          <p:cNvCxnSpPr/>
          <p:nvPr/>
        </p:nvCxnSpPr>
        <p:spPr>
          <a:xfrm>
            <a:off x="0" y="1218975"/>
            <a:ext cx="9144000" cy="0"/>
          </a:xfrm>
          <a:prstGeom prst="straightConnector1">
            <a:avLst/>
          </a:prstGeom>
          <a:noFill/>
          <a:ln cap="flat" cmpd="sng" w="9525">
            <a:solidFill>
              <a:schemeClr val="dk1"/>
            </a:solidFill>
            <a:prstDash val="solid"/>
            <a:round/>
            <a:headEnd len="med" w="med" type="none"/>
            <a:tailEnd len="med" w="med" type="none"/>
          </a:ln>
        </p:spPr>
      </p:cxnSp>
      <p:pic>
        <p:nvPicPr>
          <p:cNvPr id="482" name="Google Shape;482;p63"/>
          <p:cNvPicPr preferRelativeResize="0"/>
          <p:nvPr/>
        </p:nvPicPr>
        <p:blipFill>
          <a:blip r:embed="rId3">
            <a:alphaModFix/>
          </a:blip>
          <a:stretch>
            <a:fillRect/>
          </a:stretch>
        </p:blipFill>
        <p:spPr>
          <a:xfrm>
            <a:off x="4416388" y="728550"/>
            <a:ext cx="4727616" cy="44149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64"/>
          <p:cNvSpPr txBox="1"/>
          <p:nvPr>
            <p:ph type="title"/>
          </p:nvPr>
        </p:nvSpPr>
        <p:spPr>
          <a:xfrm>
            <a:off x="256025" y="213150"/>
            <a:ext cx="70785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Evaluation Data and Study Design</a:t>
            </a:r>
            <a:endParaRPr/>
          </a:p>
        </p:txBody>
      </p:sp>
      <p:sp>
        <p:nvSpPr>
          <p:cNvPr id="488" name="Google Shape;488;p64"/>
          <p:cNvSpPr txBox="1"/>
          <p:nvPr>
            <p:ph idx="1" type="body"/>
          </p:nvPr>
        </p:nvSpPr>
        <p:spPr>
          <a:xfrm>
            <a:off x="274075" y="1397025"/>
            <a:ext cx="4316100" cy="3351000"/>
          </a:xfrm>
          <a:prstGeom prst="rect">
            <a:avLst/>
          </a:prstGeom>
        </p:spPr>
        <p:txBody>
          <a:bodyPr anchorCtr="0" anchor="t" bIns="0" lIns="0" spcFirstLastPara="1" rIns="0" wrap="square" tIns="0">
            <a:spAutoFit/>
          </a:bodyPr>
          <a:lstStyle/>
          <a:p>
            <a:pPr indent="-311150" lvl="0" marL="457200" rtl="0" algn="l">
              <a:spcBef>
                <a:spcPts val="1200"/>
              </a:spcBef>
              <a:spcAft>
                <a:spcPts val="0"/>
              </a:spcAft>
              <a:buClr>
                <a:srgbClr val="000000"/>
              </a:buClr>
              <a:buSzPts val="1300"/>
              <a:buFont typeface="Montserrat"/>
              <a:buChar char="●"/>
            </a:pPr>
            <a:r>
              <a:rPr lang="en" sz="1300">
                <a:solidFill>
                  <a:srgbClr val="000000"/>
                </a:solidFill>
              </a:rPr>
              <a:t>Public benchmark cohorts from prior patient-trial retrieval tasks:</a:t>
            </a:r>
            <a:br>
              <a:rPr lang="en" sz="1300">
                <a:solidFill>
                  <a:srgbClr val="000000"/>
                </a:solidFill>
              </a:rPr>
            </a:br>
            <a:endParaRPr sz="1300">
              <a:solidFill>
                <a:srgbClr val="000000"/>
              </a:solidFill>
            </a:endParaRPr>
          </a:p>
          <a:p>
            <a:pPr indent="-304800" lvl="1" marL="914400" rtl="0" algn="l">
              <a:spcBef>
                <a:spcPts val="0"/>
              </a:spcBef>
              <a:spcAft>
                <a:spcPts val="0"/>
              </a:spcAft>
              <a:buClr>
                <a:srgbClr val="000000"/>
              </a:buClr>
              <a:buSzPts val="1200"/>
              <a:buFont typeface="Montserrat"/>
              <a:buChar char="○"/>
            </a:pPr>
            <a:r>
              <a:rPr lang="en" sz="1200">
                <a:solidFill>
                  <a:srgbClr val="000000"/>
                </a:solidFill>
              </a:rPr>
              <a:t>SIGIR 2016 (n = 58, short clinical notes)</a:t>
            </a:r>
            <a:br>
              <a:rPr lang="en" sz="1200">
                <a:solidFill>
                  <a:srgbClr val="000000"/>
                </a:solidFill>
              </a:rPr>
            </a:br>
            <a:endParaRPr sz="1200">
              <a:solidFill>
                <a:srgbClr val="000000"/>
              </a:solidFill>
            </a:endParaRPr>
          </a:p>
          <a:p>
            <a:pPr indent="-304800" lvl="1" marL="914400" rtl="0" algn="l">
              <a:spcBef>
                <a:spcPts val="0"/>
              </a:spcBef>
              <a:spcAft>
                <a:spcPts val="0"/>
              </a:spcAft>
              <a:buClr>
                <a:srgbClr val="000000"/>
              </a:buClr>
              <a:buSzPts val="1200"/>
              <a:buFont typeface="Montserrat"/>
              <a:buChar char="○"/>
            </a:pPr>
            <a:r>
              <a:rPr lang="en" sz="1200">
                <a:solidFill>
                  <a:srgbClr val="000000"/>
                </a:solidFill>
              </a:rPr>
              <a:t>TREC 2021 CT (n = 75, long oncology notes)</a:t>
            </a:r>
            <a:br>
              <a:rPr lang="en" sz="1200">
                <a:solidFill>
                  <a:srgbClr val="000000"/>
                </a:solidFill>
              </a:rPr>
            </a:br>
            <a:endParaRPr sz="1200">
              <a:solidFill>
                <a:srgbClr val="000000"/>
              </a:solidFill>
            </a:endParaRPr>
          </a:p>
          <a:p>
            <a:pPr indent="-311150" lvl="1" marL="914400" rtl="0" algn="l">
              <a:spcBef>
                <a:spcPts val="0"/>
              </a:spcBef>
              <a:spcAft>
                <a:spcPts val="0"/>
              </a:spcAft>
              <a:buClr>
                <a:srgbClr val="000000"/>
              </a:buClr>
              <a:buSzPts val="1300"/>
              <a:buFont typeface="Arial"/>
              <a:buChar char="○"/>
            </a:pPr>
            <a:r>
              <a:rPr lang="en" sz="1200">
                <a:solidFill>
                  <a:srgbClr val="000000"/>
                </a:solidFill>
              </a:rPr>
              <a:t>TREC 2022 CT (n = 50, high-complexity trials)</a:t>
            </a:r>
            <a:br>
              <a:rPr lang="en" sz="1300">
                <a:solidFill>
                  <a:srgbClr val="000000"/>
                </a:solidFill>
              </a:rPr>
            </a:br>
            <a:endParaRPr sz="1300">
              <a:solidFill>
                <a:srgbClr val="000000"/>
              </a:solidFill>
            </a:endParaRPr>
          </a:p>
          <a:p>
            <a:pPr indent="-311150" lvl="0" marL="457200" rtl="0" algn="l">
              <a:spcBef>
                <a:spcPts val="0"/>
              </a:spcBef>
              <a:spcAft>
                <a:spcPts val="0"/>
              </a:spcAft>
              <a:buClr>
                <a:srgbClr val="000000"/>
              </a:buClr>
              <a:buSzPts val="1300"/>
              <a:buChar char="●"/>
            </a:pPr>
            <a:r>
              <a:rPr lang="en" sz="1300">
                <a:solidFill>
                  <a:srgbClr val="000000"/>
                </a:solidFill>
              </a:rPr>
              <a:t>~75,000 patient–trial pairs manually labeled for eligibility: eligible, excluded, or irrelevant</a:t>
            </a:r>
            <a:br>
              <a:rPr lang="en" sz="1300">
                <a:solidFill>
                  <a:srgbClr val="000000"/>
                </a:solidFill>
              </a:rPr>
            </a:br>
            <a:endParaRPr sz="1300">
              <a:solidFill>
                <a:srgbClr val="000000"/>
              </a:solidFill>
            </a:endParaRPr>
          </a:p>
          <a:p>
            <a:pPr indent="-311150" lvl="0" marL="457200" rtl="0" algn="l">
              <a:spcBef>
                <a:spcPts val="0"/>
              </a:spcBef>
              <a:spcAft>
                <a:spcPts val="0"/>
              </a:spcAft>
              <a:buClr>
                <a:srgbClr val="000000"/>
              </a:buClr>
              <a:buSzPts val="1300"/>
              <a:buChar char="●"/>
            </a:pPr>
            <a:r>
              <a:rPr lang="en" sz="1300">
                <a:solidFill>
                  <a:srgbClr val="000000"/>
                </a:solidFill>
              </a:rPr>
              <a:t>These datasets simulate real clinical screening: each patient must be compared against hundreds of candidate trials.</a:t>
            </a:r>
            <a:endParaRPr b="1" sz="1300">
              <a:solidFill>
                <a:srgbClr val="000000"/>
              </a:solidFill>
            </a:endParaRPr>
          </a:p>
        </p:txBody>
      </p:sp>
      <p:cxnSp>
        <p:nvCxnSpPr>
          <p:cNvPr id="489" name="Google Shape;489;p64"/>
          <p:cNvCxnSpPr/>
          <p:nvPr/>
        </p:nvCxnSpPr>
        <p:spPr>
          <a:xfrm>
            <a:off x="0" y="1218975"/>
            <a:ext cx="9144000" cy="0"/>
          </a:xfrm>
          <a:prstGeom prst="straightConnector1">
            <a:avLst/>
          </a:prstGeom>
          <a:noFill/>
          <a:ln cap="flat" cmpd="sng" w="9525">
            <a:solidFill>
              <a:schemeClr val="dk1"/>
            </a:solidFill>
            <a:prstDash val="solid"/>
            <a:round/>
            <a:headEnd len="med" w="med" type="none"/>
            <a:tailEnd len="med" w="med" type="none"/>
          </a:ln>
        </p:spPr>
      </p:cxnSp>
      <p:pic>
        <p:nvPicPr>
          <p:cNvPr id="490" name="Google Shape;490;p64"/>
          <p:cNvPicPr preferRelativeResize="0"/>
          <p:nvPr/>
        </p:nvPicPr>
        <p:blipFill>
          <a:blip r:embed="rId3">
            <a:alphaModFix/>
          </a:blip>
          <a:stretch>
            <a:fillRect/>
          </a:stretch>
        </p:blipFill>
        <p:spPr>
          <a:xfrm>
            <a:off x="4597900" y="1334575"/>
            <a:ext cx="4447551" cy="36512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65"/>
          <p:cNvSpPr txBox="1"/>
          <p:nvPr>
            <p:ph type="title"/>
          </p:nvPr>
        </p:nvSpPr>
        <p:spPr>
          <a:xfrm>
            <a:off x="256025" y="213150"/>
            <a:ext cx="7078500" cy="401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900"/>
              <a:t>TrialGPT-Retrieval: Finding Relevant Trials</a:t>
            </a:r>
            <a:endParaRPr sz="2900"/>
          </a:p>
        </p:txBody>
      </p:sp>
      <p:sp>
        <p:nvSpPr>
          <p:cNvPr id="496" name="Google Shape;496;p65"/>
          <p:cNvSpPr txBox="1"/>
          <p:nvPr>
            <p:ph idx="1" type="body"/>
          </p:nvPr>
        </p:nvSpPr>
        <p:spPr>
          <a:xfrm>
            <a:off x="201200" y="1415800"/>
            <a:ext cx="8768100" cy="1727100"/>
          </a:xfrm>
          <a:prstGeom prst="rect">
            <a:avLst/>
          </a:prstGeom>
        </p:spPr>
        <p:txBody>
          <a:bodyPr anchorCtr="0" anchor="t" bIns="0" lIns="0" spcFirstLastPara="1" rIns="0" wrap="square" tIns="0">
            <a:spAutoFit/>
          </a:bodyPr>
          <a:lstStyle/>
          <a:p>
            <a:pPr indent="-298450" lvl="0" marL="457200" rtl="0" algn="l">
              <a:spcBef>
                <a:spcPts val="1200"/>
              </a:spcBef>
              <a:spcAft>
                <a:spcPts val="0"/>
              </a:spcAft>
              <a:buClr>
                <a:srgbClr val="000000"/>
              </a:buClr>
              <a:buSzPts val="1100"/>
              <a:buChar char="●"/>
            </a:pPr>
            <a:r>
              <a:rPr lang="en" sz="1100">
                <a:solidFill>
                  <a:srgbClr val="000000"/>
                </a:solidFill>
              </a:rPr>
              <a:t>LLM generates keywords from patient note (up to 32)</a:t>
            </a:r>
            <a:br>
              <a:rPr lang="en" sz="1100">
                <a:solidFill>
                  <a:srgbClr val="000000"/>
                </a:solidFill>
              </a:rPr>
            </a:br>
            <a:endParaRPr sz="1100">
              <a:solidFill>
                <a:srgbClr val="000000"/>
              </a:solidFill>
            </a:endParaRPr>
          </a:p>
          <a:p>
            <a:pPr indent="-298450" lvl="0" marL="457200" rtl="0" algn="l">
              <a:spcBef>
                <a:spcPts val="0"/>
              </a:spcBef>
              <a:spcAft>
                <a:spcPts val="0"/>
              </a:spcAft>
              <a:buClr>
                <a:srgbClr val="000000"/>
              </a:buClr>
              <a:buSzPts val="1100"/>
              <a:buChar char="●"/>
            </a:pPr>
            <a:r>
              <a:rPr lang="en" sz="1100">
                <a:solidFill>
                  <a:srgbClr val="000000"/>
                </a:solidFill>
              </a:rPr>
              <a:t>Hybrid retrieval = BM25 (lexical) + MedCPT (semantic) → Reciprocal Rank Fusion</a:t>
            </a:r>
            <a:br>
              <a:rPr lang="en" sz="1100">
                <a:solidFill>
                  <a:srgbClr val="000000"/>
                </a:solidFill>
              </a:rPr>
            </a:br>
            <a:endParaRPr sz="1100">
              <a:solidFill>
                <a:srgbClr val="000000"/>
              </a:solidFill>
            </a:endParaRPr>
          </a:p>
          <a:p>
            <a:pPr indent="-298450" lvl="0" marL="457200" rtl="0" algn="l">
              <a:spcBef>
                <a:spcPts val="0"/>
              </a:spcBef>
              <a:spcAft>
                <a:spcPts val="0"/>
              </a:spcAft>
              <a:buClr>
                <a:srgbClr val="000000"/>
              </a:buClr>
              <a:buSzPts val="1100"/>
              <a:buChar char="●"/>
            </a:pPr>
            <a:r>
              <a:rPr lang="en" sz="1100">
                <a:solidFill>
                  <a:srgbClr val="000000"/>
                </a:solidFill>
              </a:rPr>
              <a:t>Narrows from ~20,000 trials to ~1,000 candidates</a:t>
            </a:r>
            <a:br>
              <a:rPr lang="en" sz="1100">
                <a:solidFill>
                  <a:srgbClr val="000000"/>
                </a:solidFill>
              </a:rPr>
            </a:br>
            <a:endParaRPr sz="1100">
              <a:solidFill>
                <a:srgbClr val="000000"/>
              </a:solidFill>
            </a:endParaRPr>
          </a:p>
          <a:p>
            <a:pPr indent="-298450" lvl="0" marL="457200" rtl="0" algn="l">
              <a:spcBef>
                <a:spcPts val="0"/>
              </a:spcBef>
              <a:spcAft>
                <a:spcPts val="0"/>
              </a:spcAft>
              <a:buClr>
                <a:srgbClr val="000000"/>
              </a:buClr>
              <a:buSzPts val="1100"/>
              <a:buChar char="●"/>
            </a:pPr>
            <a:r>
              <a:rPr lang="en" sz="1100">
                <a:solidFill>
                  <a:srgbClr val="000000"/>
                </a:solidFill>
              </a:rPr>
              <a:t>Only 5.5% of database needed to capture 90% of relevant trials</a:t>
            </a:r>
            <a:br>
              <a:rPr lang="en" sz="1100">
                <a:solidFill>
                  <a:srgbClr val="000000"/>
                </a:solidFill>
              </a:rPr>
            </a:br>
            <a:endParaRPr sz="1100">
              <a:solidFill>
                <a:srgbClr val="000000"/>
              </a:solidFill>
            </a:endParaRPr>
          </a:p>
          <a:p>
            <a:pPr indent="-298450" lvl="0" marL="457200" rtl="0" algn="l">
              <a:spcBef>
                <a:spcPts val="0"/>
              </a:spcBef>
              <a:spcAft>
                <a:spcPts val="0"/>
              </a:spcAft>
              <a:buClr>
                <a:srgbClr val="000000"/>
              </a:buClr>
              <a:buSzPts val="1100"/>
              <a:buChar char="●"/>
            </a:pPr>
            <a:r>
              <a:rPr lang="en" sz="1100">
                <a:solidFill>
                  <a:srgbClr val="000000"/>
                </a:solidFill>
              </a:rPr>
              <a:t>High recall ensures relevant trials are not lost</a:t>
            </a:r>
            <a:endParaRPr sz="1100">
              <a:solidFill>
                <a:srgbClr val="000000"/>
              </a:solidFill>
            </a:endParaRPr>
          </a:p>
        </p:txBody>
      </p:sp>
      <p:cxnSp>
        <p:nvCxnSpPr>
          <p:cNvPr id="497" name="Google Shape;497;p65"/>
          <p:cNvCxnSpPr/>
          <p:nvPr/>
        </p:nvCxnSpPr>
        <p:spPr>
          <a:xfrm>
            <a:off x="110875" y="1218975"/>
            <a:ext cx="9144000" cy="0"/>
          </a:xfrm>
          <a:prstGeom prst="straightConnector1">
            <a:avLst/>
          </a:prstGeom>
          <a:noFill/>
          <a:ln cap="flat" cmpd="sng" w="9525">
            <a:solidFill>
              <a:schemeClr val="dk1"/>
            </a:solidFill>
            <a:prstDash val="solid"/>
            <a:round/>
            <a:headEnd len="med" w="med" type="none"/>
            <a:tailEnd len="med" w="med" type="none"/>
          </a:ln>
        </p:spPr>
      </p:cxnSp>
      <p:pic>
        <p:nvPicPr>
          <p:cNvPr id="498" name="Google Shape;498;p65"/>
          <p:cNvPicPr preferRelativeResize="0"/>
          <p:nvPr/>
        </p:nvPicPr>
        <p:blipFill>
          <a:blip r:embed="rId3">
            <a:alphaModFix/>
          </a:blip>
          <a:stretch>
            <a:fillRect/>
          </a:stretch>
        </p:blipFill>
        <p:spPr>
          <a:xfrm>
            <a:off x="1678525" y="3212248"/>
            <a:ext cx="6008699" cy="178973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66"/>
          <p:cNvSpPr txBox="1"/>
          <p:nvPr>
            <p:ph type="title"/>
          </p:nvPr>
        </p:nvSpPr>
        <p:spPr>
          <a:xfrm>
            <a:off x="256025" y="213150"/>
            <a:ext cx="7078500" cy="401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900"/>
              <a:t>TrialGPT-Retrieval: Results</a:t>
            </a:r>
            <a:endParaRPr sz="2900"/>
          </a:p>
        </p:txBody>
      </p:sp>
      <p:sp>
        <p:nvSpPr>
          <p:cNvPr id="504" name="Google Shape;504;p66"/>
          <p:cNvSpPr txBox="1"/>
          <p:nvPr>
            <p:ph idx="1" type="body"/>
          </p:nvPr>
        </p:nvSpPr>
        <p:spPr>
          <a:xfrm>
            <a:off x="201200" y="1415800"/>
            <a:ext cx="8617800" cy="1274400"/>
          </a:xfrm>
          <a:prstGeom prst="rect">
            <a:avLst/>
          </a:prstGeom>
        </p:spPr>
        <p:txBody>
          <a:bodyPr anchorCtr="0" anchor="t" bIns="0" lIns="0" spcFirstLastPara="1" rIns="0" wrap="square" tIns="0">
            <a:spAutoFit/>
          </a:bodyPr>
          <a:lstStyle/>
          <a:p>
            <a:pPr indent="-311150" lvl="0" marL="457200" rtl="0" algn="l">
              <a:spcBef>
                <a:spcPts val="1200"/>
              </a:spcBef>
              <a:spcAft>
                <a:spcPts val="0"/>
              </a:spcAft>
              <a:buClr>
                <a:srgbClr val="000000"/>
              </a:buClr>
              <a:buSzPts val="1300"/>
              <a:buChar char="●"/>
            </a:pPr>
            <a:r>
              <a:rPr lang="en" sz="1300">
                <a:solidFill>
                  <a:srgbClr val="000000"/>
                </a:solidFill>
              </a:rPr>
              <a:t>GPT-4 keywords outperform clinicians &amp; GPT-3.5</a:t>
            </a:r>
            <a:endParaRPr sz="1300">
              <a:solidFill>
                <a:srgbClr val="000000"/>
              </a:solidFill>
            </a:endParaRPr>
          </a:p>
          <a:p>
            <a:pPr indent="-311150" lvl="1" marL="914400" rtl="0" algn="l">
              <a:spcBef>
                <a:spcPts val="0"/>
              </a:spcBef>
              <a:spcAft>
                <a:spcPts val="0"/>
              </a:spcAft>
              <a:buClr>
                <a:srgbClr val="000000"/>
              </a:buClr>
              <a:buSzPts val="1300"/>
              <a:buChar char="○"/>
            </a:pPr>
            <a:r>
              <a:rPr lang="en" sz="1300">
                <a:solidFill>
                  <a:srgbClr val="000000"/>
                </a:solidFill>
              </a:rPr>
              <a:t>93% recall at depth 500</a:t>
            </a:r>
            <a:endParaRPr sz="1300">
              <a:solidFill>
                <a:srgbClr val="000000"/>
              </a:solidFill>
            </a:endParaRPr>
          </a:p>
          <a:p>
            <a:pPr indent="-311150" lvl="0" marL="457200" rtl="0" algn="l">
              <a:spcBef>
                <a:spcPts val="0"/>
              </a:spcBef>
              <a:spcAft>
                <a:spcPts val="0"/>
              </a:spcAft>
              <a:buClr>
                <a:srgbClr val="000000"/>
              </a:buClr>
              <a:buSzPts val="1300"/>
              <a:buChar char="●"/>
            </a:pPr>
            <a:r>
              <a:rPr lang="en" sz="1300">
                <a:solidFill>
                  <a:srgbClr val="000000"/>
                </a:solidFill>
              </a:rPr>
              <a:t>Reciprocal Rank Fusion (RRF) combines BM25 + MedCPT</a:t>
            </a:r>
            <a:endParaRPr sz="1300">
              <a:solidFill>
                <a:srgbClr val="000000"/>
              </a:solidFill>
            </a:endParaRPr>
          </a:p>
          <a:p>
            <a:pPr indent="-311150" lvl="0" marL="457200" rtl="0" algn="l">
              <a:spcBef>
                <a:spcPts val="0"/>
              </a:spcBef>
              <a:spcAft>
                <a:spcPts val="0"/>
              </a:spcAft>
              <a:buClr>
                <a:srgbClr val="000000"/>
              </a:buClr>
              <a:buSzPts val="1300"/>
              <a:buChar char="●"/>
            </a:pPr>
            <a:r>
              <a:rPr lang="en" sz="1300">
                <a:solidFill>
                  <a:srgbClr val="000000"/>
                </a:solidFill>
              </a:rPr>
              <a:t>Ensures matching only analyzes likely-relevant trials</a:t>
            </a:r>
            <a:endParaRPr sz="1300">
              <a:solidFill>
                <a:srgbClr val="000000"/>
              </a:solidFill>
            </a:endParaRPr>
          </a:p>
          <a:p>
            <a:pPr indent="0" lvl="0" marL="0" rtl="0" algn="l">
              <a:spcBef>
                <a:spcPts val="1200"/>
              </a:spcBef>
              <a:spcAft>
                <a:spcPts val="1200"/>
              </a:spcAft>
              <a:buNone/>
            </a:pPr>
            <a:r>
              <a:t/>
            </a:r>
            <a:endParaRPr sz="1300">
              <a:solidFill>
                <a:srgbClr val="000000"/>
              </a:solidFill>
            </a:endParaRPr>
          </a:p>
        </p:txBody>
      </p:sp>
      <p:cxnSp>
        <p:nvCxnSpPr>
          <p:cNvPr id="505" name="Google Shape;505;p66"/>
          <p:cNvCxnSpPr/>
          <p:nvPr/>
        </p:nvCxnSpPr>
        <p:spPr>
          <a:xfrm>
            <a:off x="110875" y="1218975"/>
            <a:ext cx="9144000" cy="0"/>
          </a:xfrm>
          <a:prstGeom prst="straightConnector1">
            <a:avLst/>
          </a:prstGeom>
          <a:noFill/>
          <a:ln cap="flat" cmpd="sng" w="9525">
            <a:solidFill>
              <a:schemeClr val="dk1"/>
            </a:solidFill>
            <a:prstDash val="solid"/>
            <a:round/>
            <a:headEnd len="med" w="med" type="none"/>
            <a:tailEnd len="med" w="med" type="none"/>
          </a:ln>
        </p:spPr>
      </p:cxnSp>
      <p:pic>
        <p:nvPicPr>
          <p:cNvPr id="506" name="Google Shape;506;p66"/>
          <p:cNvPicPr preferRelativeResize="0"/>
          <p:nvPr/>
        </p:nvPicPr>
        <p:blipFill>
          <a:blip r:embed="rId3">
            <a:alphaModFix/>
          </a:blip>
          <a:stretch>
            <a:fillRect/>
          </a:stretch>
        </p:blipFill>
        <p:spPr>
          <a:xfrm>
            <a:off x="756175" y="2802225"/>
            <a:ext cx="7853400" cy="2085250"/>
          </a:xfrm>
          <a:prstGeom prst="rect">
            <a:avLst/>
          </a:prstGeom>
          <a:noFill/>
          <a:ln>
            <a:noFill/>
          </a:ln>
        </p:spPr>
      </p:pic>
      <p:pic>
        <p:nvPicPr>
          <p:cNvPr id="507" name="Google Shape;507;p66"/>
          <p:cNvPicPr preferRelativeResize="0"/>
          <p:nvPr/>
        </p:nvPicPr>
        <p:blipFill>
          <a:blip r:embed="rId4">
            <a:alphaModFix/>
          </a:blip>
          <a:stretch>
            <a:fillRect/>
          </a:stretch>
        </p:blipFill>
        <p:spPr>
          <a:xfrm>
            <a:off x="5721800" y="1326125"/>
            <a:ext cx="3314225" cy="7648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67"/>
          <p:cNvSpPr txBox="1"/>
          <p:nvPr>
            <p:ph type="title"/>
          </p:nvPr>
        </p:nvSpPr>
        <p:spPr>
          <a:xfrm>
            <a:off x="256025" y="213150"/>
            <a:ext cx="7078500" cy="374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700"/>
              <a:t>TrialGPT-Matching: Criterion-Level Eligibility</a:t>
            </a:r>
            <a:endParaRPr sz="2700"/>
          </a:p>
        </p:txBody>
      </p:sp>
      <p:sp>
        <p:nvSpPr>
          <p:cNvPr id="513" name="Google Shape;513;p67"/>
          <p:cNvSpPr txBox="1"/>
          <p:nvPr>
            <p:ph idx="1" type="body"/>
          </p:nvPr>
        </p:nvSpPr>
        <p:spPr>
          <a:xfrm>
            <a:off x="201200" y="1547275"/>
            <a:ext cx="2959800" cy="2886000"/>
          </a:xfrm>
          <a:prstGeom prst="rect">
            <a:avLst/>
          </a:prstGeom>
        </p:spPr>
        <p:txBody>
          <a:bodyPr anchorCtr="0" anchor="t" bIns="0" lIns="0" spcFirstLastPara="1" rIns="0" wrap="square" tIns="0">
            <a:spAutoFit/>
          </a:bodyPr>
          <a:lstStyle/>
          <a:p>
            <a:pPr indent="-323850" lvl="0" marL="457200" rtl="0" algn="l">
              <a:spcBef>
                <a:spcPts val="1200"/>
              </a:spcBef>
              <a:spcAft>
                <a:spcPts val="0"/>
              </a:spcAft>
              <a:buClr>
                <a:srgbClr val="000000"/>
              </a:buClr>
              <a:buSzPts val="1500"/>
              <a:buChar char="●"/>
            </a:pPr>
            <a:r>
              <a:rPr lang="en" sz="1500">
                <a:solidFill>
                  <a:srgbClr val="000000"/>
                </a:solidFill>
              </a:rPr>
              <a:t>LLM reads patient note + 1 criterion at a time</a:t>
            </a:r>
            <a:br>
              <a:rPr lang="en" sz="1500">
                <a:solidFill>
                  <a:srgbClr val="000000"/>
                </a:solidFill>
              </a:rPr>
            </a:br>
            <a:endParaRPr sz="1500">
              <a:solidFill>
                <a:srgbClr val="000000"/>
              </a:solidFill>
            </a:endParaRPr>
          </a:p>
          <a:p>
            <a:pPr indent="-323850" lvl="0" marL="457200" rtl="0" algn="l">
              <a:spcBef>
                <a:spcPts val="0"/>
              </a:spcBef>
              <a:spcAft>
                <a:spcPts val="0"/>
              </a:spcAft>
              <a:buClr>
                <a:srgbClr val="000000"/>
              </a:buClr>
              <a:buSzPts val="1500"/>
              <a:buChar char="●"/>
            </a:pPr>
            <a:r>
              <a:rPr lang="en" sz="1500">
                <a:solidFill>
                  <a:srgbClr val="000000"/>
                </a:solidFill>
              </a:rPr>
              <a:t>Produces:</a:t>
            </a:r>
            <a:endParaRPr sz="1500">
              <a:solidFill>
                <a:srgbClr val="000000"/>
              </a:solidFill>
            </a:endParaRPr>
          </a:p>
          <a:p>
            <a:pPr indent="-323850" lvl="1" marL="914400" rtl="0" algn="l">
              <a:spcBef>
                <a:spcPts val="0"/>
              </a:spcBef>
              <a:spcAft>
                <a:spcPts val="0"/>
              </a:spcAft>
              <a:buClr>
                <a:srgbClr val="000000"/>
              </a:buClr>
              <a:buSzPts val="1500"/>
              <a:buChar char="○"/>
            </a:pPr>
            <a:r>
              <a:rPr lang="en" sz="1500">
                <a:solidFill>
                  <a:srgbClr val="000000"/>
                </a:solidFill>
              </a:rPr>
              <a:t>Eligibility label</a:t>
            </a:r>
            <a:endParaRPr sz="1500">
              <a:solidFill>
                <a:srgbClr val="000000"/>
              </a:solidFill>
            </a:endParaRPr>
          </a:p>
          <a:p>
            <a:pPr indent="-323850" lvl="1" marL="914400" rtl="0" algn="l">
              <a:spcBef>
                <a:spcPts val="0"/>
              </a:spcBef>
              <a:spcAft>
                <a:spcPts val="0"/>
              </a:spcAft>
              <a:buClr>
                <a:srgbClr val="000000"/>
              </a:buClr>
              <a:buSzPts val="1500"/>
              <a:buChar char="○"/>
            </a:pPr>
            <a:r>
              <a:rPr lang="en" sz="1500">
                <a:solidFill>
                  <a:srgbClr val="000000"/>
                </a:solidFill>
              </a:rPr>
              <a:t>Evidence sentences</a:t>
            </a:r>
            <a:endParaRPr sz="1500">
              <a:solidFill>
                <a:srgbClr val="000000"/>
              </a:solidFill>
            </a:endParaRPr>
          </a:p>
          <a:p>
            <a:pPr indent="-323850" lvl="1" marL="914400" rtl="0" algn="l">
              <a:spcBef>
                <a:spcPts val="0"/>
              </a:spcBef>
              <a:spcAft>
                <a:spcPts val="0"/>
              </a:spcAft>
              <a:buClr>
                <a:srgbClr val="000000"/>
              </a:buClr>
              <a:buSzPts val="1500"/>
              <a:buChar char="○"/>
            </a:pPr>
            <a:r>
              <a:rPr lang="en" sz="1500">
                <a:solidFill>
                  <a:srgbClr val="000000"/>
                </a:solidFill>
              </a:rPr>
              <a:t>Explanation (chain-of-thought)</a:t>
            </a:r>
            <a:br>
              <a:rPr lang="en" sz="1500">
                <a:solidFill>
                  <a:srgbClr val="000000"/>
                </a:solidFill>
              </a:rPr>
            </a:br>
            <a:endParaRPr sz="1500">
              <a:solidFill>
                <a:srgbClr val="000000"/>
              </a:solidFill>
            </a:endParaRPr>
          </a:p>
          <a:p>
            <a:pPr indent="-323850" lvl="0" marL="457200" rtl="0" algn="l">
              <a:spcBef>
                <a:spcPts val="0"/>
              </a:spcBef>
              <a:spcAft>
                <a:spcPts val="0"/>
              </a:spcAft>
              <a:buClr>
                <a:srgbClr val="000000"/>
              </a:buClr>
              <a:buSzPts val="1500"/>
              <a:buChar char="●"/>
            </a:pPr>
            <a:r>
              <a:rPr lang="en" sz="1500">
                <a:solidFill>
                  <a:srgbClr val="000000"/>
                </a:solidFill>
              </a:rPr>
              <a:t>Helps clinicians audit correctness</a:t>
            </a:r>
            <a:endParaRPr sz="1500">
              <a:solidFill>
                <a:srgbClr val="000000"/>
              </a:solidFill>
            </a:endParaRPr>
          </a:p>
        </p:txBody>
      </p:sp>
      <p:cxnSp>
        <p:nvCxnSpPr>
          <p:cNvPr id="514" name="Google Shape;514;p67"/>
          <p:cNvCxnSpPr/>
          <p:nvPr/>
        </p:nvCxnSpPr>
        <p:spPr>
          <a:xfrm>
            <a:off x="0" y="1218975"/>
            <a:ext cx="9144000" cy="0"/>
          </a:xfrm>
          <a:prstGeom prst="straightConnector1">
            <a:avLst/>
          </a:prstGeom>
          <a:noFill/>
          <a:ln cap="flat" cmpd="sng" w="9525">
            <a:solidFill>
              <a:schemeClr val="dk1"/>
            </a:solidFill>
            <a:prstDash val="solid"/>
            <a:round/>
            <a:headEnd len="med" w="med" type="none"/>
            <a:tailEnd len="med" w="med" type="none"/>
          </a:ln>
        </p:spPr>
      </p:cxnSp>
      <p:pic>
        <p:nvPicPr>
          <p:cNvPr id="515" name="Google Shape;515;p67"/>
          <p:cNvPicPr preferRelativeResize="0"/>
          <p:nvPr/>
        </p:nvPicPr>
        <p:blipFill rotWithShape="1">
          <a:blip r:embed="rId3">
            <a:alphaModFix/>
          </a:blip>
          <a:srcRect b="32880" l="0" r="0" t="32006"/>
          <a:stretch/>
        </p:blipFill>
        <p:spPr>
          <a:xfrm>
            <a:off x="3414050" y="1272475"/>
            <a:ext cx="5729951" cy="1878899"/>
          </a:xfrm>
          <a:prstGeom prst="rect">
            <a:avLst/>
          </a:prstGeom>
          <a:noFill/>
          <a:ln>
            <a:noFill/>
          </a:ln>
        </p:spPr>
      </p:pic>
      <p:pic>
        <p:nvPicPr>
          <p:cNvPr id="516" name="Google Shape;516;p67"/>
          <p:cNvPicPr preferRelativeResize="0"/>
          <p:nvPr/>
        </p:nvPicPr>
        <p:blipFill>
          <a:blip r:embed="rId4">
            <a:alphaModFix/>
          </a:blip>
          <a:stretch>
            <a:fillRect/>
          </a:stretch>
        </p:blipFill>
        <p:spPr>
          <a:xfrm>
            <a:off x="3161000" y="3405800"/>
            <a:ext cx="5921326" cy="16122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68"/>
          <p:cNvSpPr txBox="1"/>
          <p:nvPr>
            <p:ph type="title"/>
          </p:nvPr>
        </p:nvSpPr>
        <p:spPr>
          <a:xfrm>
            <a:off x="256025" y="213150"/>
            <a:ext cx="7078500" cy="401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900"/>
              <a:t>How Criterion Labels Are Produced</a:t>
            </a:r>
            <a:endParaRPr sz="2900"/>
          </a:p>
        </p:txBody>
      </p:sp>
      <p:sp>
        <p:nvSpPr>
          <p:cNvPr id="522" name="Google Shape;522;p68"/>
          <p:cNvSpPr txBox="1"/>
          <p:nvPr>
            <p:ph idx="1" type="body"/>
          </p:nvPr>
        </p:nvSpPr>
        <p:spPr>
          <a:xfrm>
            <a:off x="201200" y="1415800"/>
            <a:ext cx="8617800" cy="2941500"/>
          </a:xfrm>
          <a:prstGeom prst="rect">
            <a:avLst/>
          </a:prstGeom>
        </p:spPr>
        <p:txBody>
          <a:bodyPr anchorCtr="0" anchor="t" bIns="0" lIns="0" spcFirstLastPara="1" rIns="0" wrap="square" tIns="0">
            <a:spAutoFit/>
          </a:bodyPr>
          <a:lstStyle/>
          <a:p>
            <a:pPr indent="-317500" lvl="0" marL="457200" rtl="0" algn="l">
              <a:spcBef>
                <a:spcPts val="1200"/>
              </a:spcBef>
              <a:spcAft>
                <a:spcPts val="0"/>
              </a:spcAft>
              <a:buClr>
                <a:srgbClr val="000000"/>
              </a:buClr>
              <a:buSzPts val="1400"/>
              <a:buChar char="●"/>
            </a:pPr>
            <a:r>
              <a:rPr lang="en" sz="1400">
                <a:solidFill>
                  <a:srgbClr val="000000"/>
                </a:solidFill>
              </a:rPr>
              <a:t>TrialGPT uses a cross-encoder that reads patient note + one eligibility criterion at a time</a:t>
            </a:r>
            <a:endParaRPr sz="1400">
              <a:solidFill>
                <a:srgbClr val="000000"/>
              </a:solidFill>
            </a:endParaRPr>
          </a:p>
          <a:p>
            <a:pPr indent="-317500" lvl="0" marL="457200" rtl="0" algn="l">
              <a:spcBef>
                <a:spcPts val="0"/>
              </a:spcBef>
              <a:spcAft>
                <a:spcPts val="0"/>
              </a:spcAft>
              <a:buClr>
                <a:srgbClr val="000000"/>
              </a:buClr>
              <a:buSzPts val="1400"/>
              <a:buChar char="●"/>
            </a:pPr>
            <a:r>
              <a:rPr lang="en" sz="1400">
                <a:solidFill>
                  <a:srgbClr val="000000"/>
                </a:solidFill>
              </a:rPr>
              <a:t>Model predicts NLI labels</a:t>
            </a:r>
            <a:r>
              <a:rPr lang="en" sz="1400">
                <a:solidFill>
                  <a:srgbClr val="000000"/>
                </a:solidFill>
              </a:rPr>
              <a:t>: </a:t>
            </a:r>
            <a:r>
              <a:rPr lang="en" sz="1400">
                <a:solidFill>
                  <a:srgbClr val="000000"/>
                </a:solidFill>
              </a:rPr>
              <a:t>entailment, contradiction, neutral</a:t>
            </a:r>
            <a:endParaRPr sz="1400">
              <a:solidFill>
                <a:srgbClr val="000000"/>
              </a:solidFill>
            </a:endParaRPr>
          </a:p>
          <a:p>
            <a:pPr indent="-317500" lvl="0" marL="457200" rtl="0" algn="l">
              <a:spcBef>
                <a:spcPts val="0"/>
              </a:spcBef>
              <a:spcAft>
                <a:spcPts val="0"/>
              </a:spcAft>
              <a:buClr>
                <a:srgbClr val="000000"/>
              </a:buClr>
              <a:buSzPts val="1400"/>
              <a:buChar char="●"/>
            </a:pPr>
            <a:r>
              <a:rPr lang="en" sz="1400">
                <a:solidFill>
                  <a:srgbClr val="000000"/>
                </a:solidFill>
              </a:rPr>
              <a:t>Map NLI outputs to eligibility categories:</a:t>
            </a:r>
            <a:endParaRPr sz="1400">
              <a:solidFill>
                <a:srgbClr val="000000"/>
              </a:solidFill>
            </a:endParaRPr>
          </a:p>
          <a:p>
            <a:pPr indent="-317500" lvl="1" marL="914400" rtl="0" algn="l">
              <a:spcBef>
                <a:spcPts val="0"/>
              </a:spcBef>
              <a:spcAft>
                <a:spcPts val="0"/>
              </a:spcAft>
              <a:buClr>
                <a:srgbClr val="000000"/>
              </a:buClr>
              <a:buSzPts val="1400"/>
              <a:buChar char="○"/>
            </a:pPr>
            <a:r>
              <a:rPr lang="en" sz="1400">
                <a:solidFill>
                  <a:srgbClr val="000000"/>
                </a:solidFill>
              </a:rPr>
              <a:t>Included = entailment</a:t>
            </a:r>
            <a:endParaRPr sz="1400">
              <a:solidFill>
                <a:srgbClr val="000000"/>
              </a:solidFill>
            </a:endParaRPr>
          </a:p>
          <a:p>
            <a:pPr indent="-317500" lvl="1" marL="914400" rtl="0" algn="l">
              <a:spcBef>
                <a:spcPts val="0"/>
              </a:spcBef>
              <a:spcAft>
                <a:spcPts val="0"/>
              </a:spcAft>
              <a:buClr>
                <a:srgbClr val="000000"/>
              </a:buClr>
              <a:buSzPts val="1400"/>
              <a:buChar char="○"/>
            </a:pPr>
            <a:r>
              <a:rPr lang="en" sz="1400">
                <a:solidFill>
                  <a:srgbClr val="000000"/>
                </a:solidFill>
              </a:rPr>
              <a:t>Not included = contradiction</a:t>
            </a:r>
            <a:endParaRPr sz="1400">
              <a:solidFill>
                <a:srgbClr val="000000"/>
              </a:solidFill>
            </a:endParaRPr>
          </a:p>
          <a:p>
            <a:pPr indent="-317500" lvl="1" marL="914400" rtl="0" algn="l">
              <a:spcBef>
                <a:spcPts val="0"/>
              </a:spcBef>
              <a:spcAft>
                <a:spcPts val="0"/>
              </a:spcAft>
              <a:buClr>
                <a:srgbClr val="000000"/>
              </a:buClr>
              <a:buSzPts val="1400"/>
              <a:buChar char="○"/>
            </a:pPr>
            <a:r>
              <a:rPr lang="en" sz="1400">
                <a:solidFill>
                  <a:srgbClr val="000000"/>
                </a:solidFill>
              </a:rPr>
              <a:t>No information = neutral</a:t>
            </a:r>
            <a:endParaRPr sz="1400">
              <a:solidFill>
                <a:srgbClr val="000000"/>
              </a:solidFill>
            </a:endParaRPr>
          </a:p>
          <a:p>
            <a:pPr indent="-317500" lvl="1" marL="914400" rtl="0" algn="l">
              <a:spcBef>
                <a:spcPts val="0"/>
              </a:spcBef>
              <a:spcAft>
                <a:spcPts val="0"/>
              </a:spcAft>
              <a:buClr>
                <a:srgbClr val="000000"/>
              </a:buClr>
              <a:buSzPts val="1400"/>
              <a:buChar char="○"/>
            </a:pPr>
            <a:r>
              <a:rPr lang="en" sz="1400">
                <a:solidFill>
                  <a:srgbClr val="000000"/>
                </a:solidFill>
              </a:rPr>
              <a:t>Excluded / not-excluded handled similarly for exclusion criteria</a:t>
            </a:r>
            <a:endParaRPr sz="1400">
              <a:solidFill>
                <a:srgbClr val="000000"/>
              </a:solidFill>
            </a:endParaRPr>
          </a:p>
          <a:p>
            <a:pPr indent="-317500" lvl="0" marL="457200" rtl="0" algn="l">
              <a:spcBef>
                <a:spcPts val="0"/>
              </a:spcBef>
              <a:spcAft>
                <a:spcPts val="0"/>
              </a:spcAft>
              <a:buClr>
                <a:srgbClr val="000000"/>
              </a:buClr>
              <a:buSzPts val="1400"/>
              <a:buChar char="●"/>
            </a:pPr>
            <a:r>
              <a:rPr lang="en" sz="1400">
                <a:solidFill>
                  <a:srgbClr val="000000"/>
                </a:solidFill>
              </a:rPr>
              <a:t>Aggregation computes:</a:t>
            </a:r>
            <a:endParaRPr sz="1400">
              <a:solidFill>
                <a:srgbClr val="000000"/>
              </a:solidFill>
            </a:endParaRPr>
          </a:p>
          <a:p>
            <a:pPr indent="-317500" lvl="1" marL="914400" rtl="0" algn="l">
              <a:spcBef>
                <a:spcPts val="0"/>
              </a:spcBef>
              <a:spcAft>
                <a:spcPts val="0"/>
              </a:spcAft>
              <a:buClr>
                <a:srgbClr val="000000"/>
              </a:buClr>
              <a:buSzPts val="1400"/>
              <a:buChar char="○"/>
            </a:pPr>
            <a:r>
              <a:rPr lang="en" sz="1400">
                <a:solidFill>
                  <a:srgbClr val="000000"/>
                </a:solidFill>
              </a:rPr>
              <a:t>% inclusion criteria met</a:t>
            </a:r>
            <a:endParaRPr sz="1400">
              <a:solidFill>
                <a:srgbClr val="000000"/>
              </a:solidFill>
            </a:endParaRPr>
          </a:p>
          <a:p>
            <a:pPr indent="-317500" lvl="1" marL="914400" rtl="0" algn="l">
              <a:spcBef>
                <a:spcPts val="0"/>
              </a:spcBef>
              <a:spcAft>
                <a:spcPts val="0"/>
              </a:spcAft>
              <a:buClr>
                <a:srgbClr val="000000"/>
              </a:buClr>
              <a:buSzPts val="1400"/>
              <a:buChar char="○"/>
            </a:pPr>
            <a:r>
              <a:rPr lang="en" sz="1400">
                <a:solidFill>
                  <a:srgbClr val="000000"/>
                </a:solidFill>
              </a:rPr>
              <a:t>% exclusion criteria triggered</a:t>
            </a:r>
            <a:endParaRPr sz="1400">
              <a:solidFill>
                <a:srgbClr val="000000"/>
              </a:solidFill>
            </a:endParaRPr>
          </a:p>
          <a:p>
            <a:pPr indent="-317500" lvl="1" marL="914400" rtl="0" algn="l">
              <a:spcBef>
                <a:spcPts val="0"/>
              </a:spcBef>
              <a:spcAft>
                <a:spcPts val="0"/>
              </a:spcAft>
              <a:buClr>
                <a:srgbClr val="000000"/>
              </a:buClr>
              <a:buSzPts val="1400"/>
              <a:buChar char="○"/>
            </a:pPr>
            <a:r>
              <a:rPr lang="en" sz="1400">
                <a:solidFill>
                  <a:srgbClr val="000000"/>
                </a:solidFill>
              </a:rPr>
              <a:t>General relevance score (0–100)</a:t>
            </a:r>
            <a:endParaRPr sz="1400">
              <a:solidFill>
                <a:srgbClr val="000000"/>
              </a:solidFill>
            </a:endParaRPr>
          </a:p>
          <a:p>
            <a:pPr indent="-317500" lvl="1" marL="914400" rtl="0" algn="l">
              <a:spcBef>
                <a:spcPts val="0"/>
              </a:spcBef>
              <a:spcAft>
                <a:spcPts val="0"/>
              </a:spcAft>
              <a:buClr>
                <a:srgbClr val="000000"/>
              </a:buClr>
              <a:buSzPts val="1400"/>
              <a:buChar char="○"/>
            </a:pPr>
            <a:r>
              <a:rPr lang="en" sz="1400">
                <a:solidFill>
                  <a:srgbClr val="000000"/>
                </a:solidFill>
              </a:rPr>
              <a:t>Eligibility score (0–100)</a:t>
            </a:r>
            <a:endParaRPr sz="1400">
              <a:solidFill>
                <a:srgbClr val="000000"/>
              </a:solidFill>
            </a:endParaRPr>
          </a:p>
        </p:txBody>
      </p:sp>
      <p:cxnSp>
        <p:nvCxnSpPr>
          <p:cNvPr id="523" name="Google Shape;523;p68"/>
          <p:cNvCxnSpPr/>
          <p:nvPr/>
        </p:nvCxnSpPr>
        <p:spPr>
          <a:xfrm>
            <a:off x="110875" y="1218975"/>
            <a:ext cx="9144000" cy="0"/>
          </a:xfrm>
          <a:prstGeom prst="straightConnector1">
            <a:avLst/>
          </a:prstGeom>
          <a:noFill/>
          <a:ln cap="flat" cmpd="sng" w="9525">
            <a:solidFill>
              <a:schemeClr val="dk1"/>
            </a:solidFill>
            <a:prstDash val="solid"/>
            <a:round/>
            <a:headEnd len="med" w="med" type="none"/>
            <a:tailEnd len="med" w="med" type="none"/>
          </a:ln>
        </p:spPr>
      </p:cxnSp>
      <p:pic>
        <p:nvPicPr>
          <p:cNvPr id="524" name="Google Shape;524;p68"/>
          <p:cNvPicPr preferRelativeResize="0"/>
          <p:nvPr/>
        </p:nvPicPr>
        <p:blipFill>
          <a:blip r:embed="rId3">
            <a:alphaModFix/>
          </a:blip>
          <a:stretch>
            <a:fillRect/>
          </a:stretch>
        </p:blipFill>
        <p:spPr>
          <a:xfrm>
            <a:off x="4583738" y="2056075"/>
            <a:ext cx="4256276" cy="680575"/>
          </a:xfrm>
          <a:prstGeom prst="rect">
            <a:avLst/>
          </a:prstGeom>
          <a:noFill/>
          <a:ln>
            <a:noFill/>
          </a:ln>
        </p:spPr>
      </p:pic>
      <p:pic>
        <p:nvPicPr>
          <p:cNvPr id="525" name="Google Shape;525;p68"/>
          <p:cNvPicPr preferRelativeResize="0"/>
          <p:nvPr/>
        </p:nvPicPr>
        <p:blipFill>
          <a:blip r:embed="rId4">
            <a:alphaModFix/>
          </a:blip>
          <a:stretch>
            <a:fillRect/>
          </a:stretch>
        </p:blipFill>
        <p:spPr>
          <a:xfrm>
            <a:off x="4323688" y="3439567"/>
            <a:ext cx="4776399" cy="6805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69"/>
          <p:cNvSpPr txBox="1"/>
          <p:nvPr>
            <p:ph type="title"/>
          </p:nvPr>
        </p:nvSpPr>
        <p:spPr>
          <a:xfrm>
            <a:off x="256025" y="213150"/>
            <a:ext cx="7078500" cy="401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900"/>
              <a:t>Evaluation of Criterion-Level Predictions</a:t>
            </a:r>
            <a:endParaRPr sz="2900"/>
          </a:p>
        </p:txBody>
      </p:sp>
      <p:sp>
        <p:nvSpPr>
          <p:cNvPr id="531" name="Google Shape;531;p69"/>
          <p:cNvSpPr txBox="1"/>
          <p:nvPr>
            <p:ph idx="1" type="body"/>
          </p:nvPr>
        </p:nvSpPr>
        <p:spPr>
          <a:xfrm>
            <a:off x="201200" y="1415800"/>
            <a:ext cx="2961900" cy="3191700"/>
          </a:xfrm>
          <a:prstGeom prst="rect">
            <a:avLst/>
          </a:prstGeom>
        </p:spPr>
        <p:txBody>
          <a:bodyPr anchorCtr="0" anchor="t" bIns="0" lIns="0" spcFirstLastPara="1" rIns="0" wrap="square" tIns="0">
            <a:spAutoFit/>
          </a:bodyPr>
          <a:lstStyle/>
          <a:p>
            <a:pPr indent="-311150" lvl="0" marL="457200" rtl="0" algn="l">
              <a:spcBef>
                <a:spcPts val="1200"/>
              </a:spcBef>
              <a:spcAft>
                <a:spcPts val="0"/>
              </a:spcAft>
              <a:buClr>
                <a:srgbClr val="000000"/>
              </a:buClr>
              <a:buSzPts val="1300"/>
              <a:buChar char="●"/>
            </a:pPr>
            <a:r>
              <a:rPr lang="en" sz="1300">
                <a:solidFill>
                  <a:srgbClr val="000000"/>
                </a:solidFill>
              </a:rPr>
              <a:t>1,015 patient–criterion pairs manually reviewed</a:t>
            </a:r>
            <a:endParaRPr sz="1300">
              <a:solidFill>
                <a:srgbClr val="000000"/>
              </a:solidFill>
            </a:endParaRPr>
          </a:p>
          <a:p>
            <a:pPr indent="-311150" lvl="0" marL="457200" rtl="0" algn="l">
              <a:spcBef>
                <a:spcPts val="0"/>
              </a:spcBef>
              <a:spcAft>
                <a:spcPts val="0"/>
              </a:spcAft>
              <a:buClr>
                <a:srgbClr val="000000"/>
              </a:buClr>
              <a:buSzPts val="1300"/>
              <a:buChar char="●"/>
            </a:pPr>
            <a:r>
              <a:rPr lang="en" sz="1300">
                <a:solidFill>
                  <a:srgbClr val="000000"/>
                </a:solidFill>
              </a:rPr>
              <a:t>~90% correctness for explanations</a:t>
            </a:r>
            <a:endParaRPr sz="1300">
              <a:solidFill>
                <a:srgbClr val="000000"/>
              </a:solidFill>
            </a:endParaRPr>
          </a:p>
          <a:p>
            <a:pPr indent="-311150" lvl="0" marL="457200" rtl="0" algn="l">
              <a:spcBef>
                <a:spcPts val="0"/>
              </a:spcBef>
              <a:spcAft>
                <a:spcPts val="0"/>
              </a:spcAft>
              <a:buClr>
                <a:srgbClr val="000000"/>
              </a:buClr>
              <a:buSzPts val="1300"/>
              <a:buChar char="●"/>
            </a:pPr>
            <a:r>
              <a:rPr lang="en" sz="1300">
                <a:solidFill>
                  <a:srgbClr val="000000"/>
                </a:solidFill>
              </a:rPr>
              <a:t>Eligibility accuracy: ~87–89%</a:t>
            </a:r>
            <a:endParaRPr sz="1300">
              <a:solidFill>
                <a:srgbClr val="000000"/>
              </a:solidFill>
            </a:endParaRPr>
          </a:p>
          <a:p>
            <a:pPr indent="-311150" lvl="0" marL="457200" rtl="0" algn="l">
              <a:spcBef>
                <a:spcPts val="0"/>
              </a:spcBef>
              <a:spcAft>
                <a:spcPts val="0"/>
              </a:spcAft>
              <a:buClr>
                <a:srgbClr val="000000"/>
              </a:buClr>
              <a:buSzPts val="1300"/>
              <a:buChar char="●"/>
            </a:pPr>
            <a:r>
              <a:rPr lang="en" sz="1300">
                <a:solidFill>
                  <a:srgbClr val="000000"/>
                </a:solidFill>
              </a:rPr>
              <a:t>Evidence extraction F1 ≈ 0.90</a:t>
            </a:r>
            <a:endParaRPr sz="1300">
              <a:solidFill>
                <a:srgbClr val="000000"/>
              </a:solidFill>
            </a:endParaRPr>
          </a:p>
          <a:p>
            <a:pPr indent="-311150" lvl="0" marL="457200" rtl="0" algn="l">
              <a:spcBef>
                <a:spcPts val="0"/>
              </a:spcBef>
              <a:spcAft>
                <a:spcPts val="0"/>
              </a:spcAft>
              <a:buClr>
                <a:srgbClr val="000000"/>
              </a:buClr>
              <a:buSzPts val="1300"/>
              <a:buChar char="●"/>
            </a:pPr>
            <a:r>
              <a:rPr lang="en" sz="1300">
                <a:solidFill>
                  <a:srgbClr val="000000"/>
                </a:solidFill>
              </a:rPr>
              <a:t>Confusion matrices show:</a:t>
            </a:r>
            <a:endParaRPr sz="1300">
              <a:solidFill>
                <a:srgbClr val="000000"/>
              </a:solidFill>
            </a:endParaRPr>
          </a:p>
          <a:p>
            <a:pPr indent="-311150" lvl="1" marL="914400" rtl="0" algn="l">
              <a:spcBef>
                <a:spcPts val="0"/>
              </a:spcBef>
              <a:spcAft>
                <a:spcPts val="0"/>
              </a:spcAft>
              <a:buClr>
                <a:srgbClr val="000000"/>
              </a:buClr>
              <a:buSzPts val="1300"/>
              <a:buChar char="○"/>
            </a:pPr>
            <a:r>
              <a:rPr lang="en" sz="1300">
                <a:solidFill>
                  <a:srgbClr val="000000"/>
                </a:solidFill>
              </a:rPr>
              <a:t>Strong diagonal</a:t>
            </a:r>
            <a:endParaRPr sz="1300">
              <a:solidFill>
                <a:srgbClr val="000000"/>
              </a:solidFill>
            </a:endParaRPr>
          </a:p>
          <a:p>
            <a:pPr indent="-311150" lvl="1" marL="914400" rtl="0" algn="l">
              <a:spcBef>
                <a:spcPts val="0"/>
              </a:spcBef>
              <a:spcAft>
                <a:spcPts val="0"/>
              </a:spcAft>
              <a:buClr>
                <a:srgbClr val="000000"/>
              </a:buClr>
              <a:buSzPts val="1300"/>
              <a:buChar char="○"/>
            </a:pPr>
            <a:r>
              <a:rPr lang="en" sz="1300">
                <a:solidFill>
                  <a:srgbClr val="000000"/>
                </a:solidFill>
              </a:rPr>
              <a:t>Most errors come from unclear EHR text or abbreviations</a:t>
            </a:r>
            <a:endParaRPr sz="1300">
              <a:solidFill>
                <a:srgbClr val="000000"/>
              </a:solidFill>
            </a:endParaRPr>
          </a:p>
          <a:p>
            <a:pPr indent="-311150" lvl="1" marL="914400" rtl="0" algn="l">
              <a:spcBef>
                <a:spcPts val="0"/>
              </a:spcBef>
              <a:spcAft>
                <a:spcPts val="0"/>
              </a:spcAft>
              <a:buClr>
                <a:srgbClr val="000000"/>
              </a:buClr>
              <a:buSzPts val="1300"/>
              <a:buChar char="○"/>
            </a:pPr>
            <a:r>
              <a:rPr lang="en" sz="1300">
                <a:solidFill>
                  <a:srgbClr val="000000"/>
                </a:solidFill>
              </a:rPr>
              <a:t>Performance comparable to human annotators</a:t>
            </a:r>
            <a:endParaRPr sz="1900">
              <a:solidFill>
                <a:srgbClr val="000000"/>
              </a:solidFill>
            </a:endParaRPr>
          </a:p>
        </p:txBody>
      </p:sp>
      <p:cxnSp>
        <p:nvCxnSpPr>
          <p:cNvPr id="532" name="Google Shape;532;p69"/>
          <p:cNvCxnSpPr/>
          <p:nvPr/>
        </p:nvCxnSpPr>
        <p:spPr>
          <a:xfrm>
            <a:off x="110875" y="1218975"/>
            <a:ext cx="9144000" cy="0"/>
          </a:xfrm>
          <a:prstGeom prst="straightConnector1">
            <a:avLst/>
          </a:prstGeom>
          <a:noFill/>
          <a:ln cap="flat" cmpd="sng" w="9525">
            <a:solidFill>
              <a:schemeClr val="dk1"/>
            </a:solidFill>
            <a:prstDash val="solid"/>
            <a:round/>
            <a:headEnd len="med" w="med" type="none"/>
            <a:tailEnd len="med" w="med" type="none"/>
          </a:ln>
        </p:spPr>
      </p:cxnSp>
      <p:pic>
        <p:nvPicPr>
          <p:cNvPr id="533" name="Google Shape;533;p69"/>
          <p:cNvPicPr preferRelativeResize="0"/>
          <p:nvPr/>
        </p:nvPicPr>
        <p:blipFill>
          <a:blip r:embed="rId3">
            <a:alphaModFix/>
          </a:blip>
          <a:stretch>
            <a:fillRect/>
          </a:stretch>
        </p:blipFill>
        <p:spPr>
          <a:xfrm>
            <a:off x="3222675" y="887800"/>
            <a:ext cx="5921326" cy="1612275"/>
          </a:xfrm>
          <a:prstGeom prst="rect">
            <a:avLst/>
          </a:prstGeom>
          <a:noFill/>
          <a:ln>
            <a:noFill/>
          </a:ln>
        </p:spPr>
      </p:pic>
      <p:pic>
        <p:nvPicPr>
          <p:cNvPr id="534" name="Google Shape;534;p69"/>
          <p:cNvPicPr preferRelativeResize="0"/>
          <p:nvPr/>
        </p:nvPicPr>
        <p:blipFill>
          <a:blip r:embed="rId4">
            <a:alphaModFix/>
          </a:blip>
          <a:stretch>
            <a:fillRect/>
          </a:stretch>
        </p:blipFill>
        <p:spPr>
          <a:xfrm>
            <a:off x="3898875" y="2500075"/>
            <a:ext cx="4568915" cy="26434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70"/>
          <p:cNvSpPr txBox="1"/>
          <p:nvPr>
            <p:ph type="title"/>
          </p:nvPr>
        </p:nvSpPr>
        <p:spPr>
          <a:xfrm>
            <a:off x="256025" y="213150"/>
            <a:ext cx="7078500" cy="401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900"/>
              <a:t>TrialGPT-Ranking: Trial-Level Aggregation</a:t>
            </a:r>
            <a:endParaRPr sz="2900"/>
          </a:p>
        </p:txBody>
      </p:sp>
      <p:sp>
        <p:nvSpPr>
          <p:cNvPr id="540" name="Google Shape;540;p70"/>
          <p:cNvSpPr txBox="1"/>
          <p:nvPr>
            <p:ph idx="1" type="body"/>
          </p:nvPr>
        </p:nvSpPr>
        <p:spPr>
          <a:xfrm>
            <a:off x="255975" y="1547275"/>
            <a:ext cx="3454200" cy="3479400"/>
          </a:xfrm>
          <a:prstGeom prst="rect">
            <a:avLst/>
          </a:prstGeom>
        </p:spPr>
        <p:txBody>
          <a:bodyPr anchorCtr="0" anchor="t" bIns="0" lIns="0" spcFirstLastPara="1" rIns="0" wrap="square" tIns="0">
            <a:spAutoFit/>
          </a:bodyPr>
          <a:lstStyle/>
          <a:p>
            <a:pPr indent="-298450" lvl="0" marL="457200" rtl="0" algn="l">
              <a:spcBef>
                <a:spcPts val="1200"/>
              </a:spcBef>
              <a:spcAft>
                <a:spcPts val="0"/>
              </a:spcAft>
              <a:buClr>
                <a:srgbClr val="000000"/>
              </a:buClr>
              <a:buSzPts val="1100"/>
              <a:buChar char="●"/>
            </a:pPr>
            <a:r>
              <a:rPr lang="en" sz="1100">
                <a:solidFill>
                  <a:srgbClr val="000000"/>
                </a:solidFill>
              </a:rPr>
              <a:t>Aggregates criterion-level outputs into a single trial score</a:t>
            </a:r>
            <a:endParaRPr sz="1100">
              <a:solidFill>
                <a:srgbClr val="000000"/>
              </a:solidFill>
            </a:endParaRPr>
          </a:p>
          <a:p>
            <a:pPr indent="-298450" lvl="0" marL="457200" rtl="0" algn="l">
              <a:spcBef>
                <a:spcPts val="0"/>
              </a:spcBef>
              <a:spcAft>
                <a:spcPts val="0"/>
              </a:spcAft>
              <a:buClr>
                <a:srgbClr val="000000"/>
              </a:buClr>
              <a:buSzPts val="1100"/>
              <a:buChar char="●"/>
            </a:pPr>
            <a:r>
              <a:rPr lang="en" sz="1100">
                <a:solidFill>
                  <a:srgbClr val="000000"/>
                </a:solidFill>
              </a:rPr>
              <a:t>Uses two aggregation strategies:</a:t>
            </a:r>
            <a:endParaRPr sz="1100">
              <a:solidFill>
                <a:srgbClr val="000000"/>
              </a:solidFill>
            </a:endParaRPr>
          </a:p>
          <a:p>
            <a:pPr indent="-298450" lvl="1" marL="914400" rtl="0" algn="l">
              <a:spcBef>
                <a:spcPts val="0"/>
              </a:spcBef>
              <a:spcAft>
                <a:spcPts val="0"/>
              </a:spcAft>
              <a:buClr>
                <a:srgbClr val="000000"/>
              </a:buClr>
              <a:buSzPts val="1100"/>
              <a:buFont typeface="Arial"/>
              <a:buChar char="○"/>
            </a:pPr>
            <a:r>
              <a:rPr b="1" lang="en" sz="1100">
                <a:solidFill>
                  <a:srgbClr val="000000"/>
                </a:solidFill>
              </a:rPr>
              <a:t>Linear:</a:t>
            </a:r>
            <a:r>
              <a:rPr lang="en" sz="1100">
                <a:solidFill>
                  <a:srgbClr val="000000"/>
                </a:solidFill>
              </a:rPr>
              <a:t> % inclusion criteria met, % exclusion criteria triggered</a:t>
            </a:r>
            <a:endParaRPr sz="1100">
              <a:solidFill>
                <a:srgbClr val="000000"/>
              </a:solidFill>
            </a:endParaRPr>
          </a:p>
          <a:p>
            <a:pPr indent="-298450" lvl="1" marL="914400" rtl="0" algn="l">
              <a:spcBef>
                <a:spcPts val="0"/>
              </a:spcBef>
              <a:spcAft>
                <a:spcPts val="0"/>
              </a:spcAft>
              <a:buClr>
                <a:srgbClr val="000000"/>
              </a:buClr>
              <a:buSzPts val="1100"/>
              <a:buFont typeface="Arial"/>
              <a:buChar char="○"/>
            </a:pPr>
            <a:r>
              <a:rPr b="1" lang="en" sz="1100">
                <a:solidFill>
                  <a:srgbClr val="000000"/>
                </a:solidFill>
              </a:rPr>
              <a:t>LLM-based:</a:t>
            </a:r>
            <a:r>
              <a:rPr lang="en" sz="1100">
                <a:solidFill>
                  <a:srgbClr val="000000"/>
                </a:solidFill>
              </a:rPr>
              <a:t> relevance score + eligibility score (0–100)</a:t>
            </a:r>
            <a:endParaRPr sz="1100">
              <a:solidFill>
                <a:srgbClr val="000000"/>
              </a:solidFill>
            </a:endParaRPr>
          </a:p>
          <a:p>
            <a:pPr indent="-298450" lvl="0" marL="457200" rtl="0" algn="l">
              <a:spcBef>
                <a:spcPts val="0"/>
              </a:spcBef>
              <a:spcAft>
                <a:spcPts val="0"/>
              </a:spcAft>
              <a:buClr>
                <a:srgbClr val="000000"/>
              </a:buClr>
              <a:buSzPts val="1100"/>
              <a:buChar char="●"/>
            </a:pPr>
            <a:r>
              <a:rPr lang="en" sz="1100">
                <a:solidFill>
                  <a:srgbClr val="000000"/>
                </a:solidFill>
              </a:rPr>
              <a:t>High-scoring pairs meet most inclusion criteria and few exclusion criteria</a:t>
            </a:r>
            <a:endParaRPr sz="1100">
              <a:solidFill>
                <a:srgbClr val="000000"/>
              </a:solidFill>
            </a:endParaRPr>
          </a:p>
          <a:p>
            <a:pPr indent="-298450" lvl="0" marL="457200" rtl="0" algn="l">
              <a:spcBef>
                <a:spcPts val="0"/>
              </a:spcBef>
              <a:spcAft>
                <a:spcPts val="0"/>
              </a:spcAft>
              <a:buClr>
                <a:srgbClr val="000000"/>
              </a:buClr>
              <a:buSzPts val="1100"/>
              <a:buChar char="●"/>
            </a:pPr>
            <a:r>
              <a:rPr lang="en" sz="1100">
                <a:solidFill>
                  <a:srgbClr val="000000"/>
                </a:solidFill>
              </a:rPr>
              <a:t>Produces a ranked list of best-matching trials</a:t>
            </a:r>
            <a:endParaRPr sz="1100">
              <a:solidFill>
                <a:srgbClr val="000000"/>
              </a:solidFill>
            </a:endParaRPr>
          </a:p>
          <a:p>
            <a:pPr indent="-298450" lvl="0" marL="457200" rtl="0" algn="l">
              <a:spcBef>
                <a:spcPts val="0"/>
              </a:spcBef>
              <a:spcAft>
                <a:spcPts val="0"/>
              </a:spcAft>
              <a:buClr>
                <a:srgbClr val="000000"/>
              </a:buClr>
              <a:buSzPts val="1100"/>
              <a:buChar char="●"/>
            </a:pPr>
            <a:r>
              <a:rPr lang="en" sz="1100">
                <a:solidFill>
                  <a:srgbClr val="000000"/>
                </a:solidFill>
              </a:rPr>
              <a:t>Aggregated scores separate trial–patient pairs into:</a:t>
            </a:r>
            <a:endParaRPr sz="1100">
              <a:solidFill>
                <a:srgbClr val="000000"/>
              </a:solidFill>
            </a:endParaRPr>
          </a:p>
          <a:p>
            <a:pPr indent="-298450" lvl="1" marL="914400" rtl="0" algn="l">
              <a:spcBef>
                <a:spcPts val="0"/>
              </a:spcBef>
              <a:spcAft>
                <a:spcPts val="0"/>
              </a:spcAft>
              <a:buClr>
                <a:srgbClr val="000000"/>
              </a:buClr>
              <a:buSzPts val="1100"/>
              <a:buChar char="○"/>
            </a:pPr>
            <a:r>
              <a:rPr b="1" lang="en" sz="1100">
                <a:solidFill>
                  <a:srgbClr val="000000"/>
                </a:solidFill>
              </a:rPr>
              <a:t>Irrelevant</a:t>
            </a:r>
            <a:endParaRPr b="1" sz="1100">
              <a:solidFill>
                <a:srgbClr val="000000"/>
              </a:solidFill>
            </a:endParaRPr>
          </a:p>
          <a:p>
            <a:pPr indent="-298450" lvl="1" marL="914400" rtl="0" algn="l">
              <a:spcBef>
                <a:spcPts val="0"/>
              </a:spcBef>
              <a:spcAft>
                <a:spcPts val="0"/>
              </a:spcAft>
              <a:buClr>
                <a:srgbClr val="000000"/>
              </a:buClr>
              <a:buSzPts val="1100"/>
              <a:buChar char="○"/>
            </a:pPr>
            <a:r>
              <a:rPr b="1" lang="en" sz="1100">
                <a:solidFill>
                  <a:srgbClr val="000000"/>
                </a:solidFill>
              </a:rPr>
              <a:t>Potential</a:t>
            </a:r>
            <a:endParaRPr b="1" sz="1100">
              <a:solidFill>
                <a:srgbClr val="000000"/>
              </a:solidFill>
            </a:endParaRPr>
          </a:p>
          <a:p>
            <a:pPr indent="-298450" lvl="1" marL="914400" rtl="0" algn="l">
              <a:spcBef>
                <a:spcPts val="0"/>
              </a:spcBef>
              <a:spcAft>
                <a:spcPts val="0"/>
              </a:spcAft>
              <a:buClr>
                <a:srgbClr val="000000"/>
              </a:buClr>
              <a:buSzPts val="1100"/>
              <a:buChar char="○"/>
            </a:pPr>
            <a:r>
              <a:rPr b="1" lang="en" sz="1100">
                <a:solidFill>
                  <a:srgbClr val="000000"/>
                </a:solidFill>
              </a:rPr>
              <a:t>Eligible</a:t>
            </a:r>
            <a:endParaRPr b="1" sz="1100">
              <a:solidFill>
                <a:srgbClr val="000000"/>
              </a:solidFill>
            </a:endParaRPr>
          </a:p>
          <a:p>
            <a:pPr indent="-298450" lvl="0" marL="457200" rtl="0" algn="l">
              <a:spcBef>
                <a:spcPts val="0"/>
              </a:spcBef>
              <a:spcAft>
                <a:spcPts val="0"/>
              </a:spcAft>
              <a:buClr>
                <a:srgbClr val="000000"/>
              </a:buClr>
              <a:buSzPts val="1100"/>
              <a:buChar char="●"/>
            </a:pPr>
            <a:r>
              <a:rPr lang="en" sz="1100">
                <a:solidFill>
                  <a:srgbClr val="000000"/>
                </a:solidFill>
              </a:rPr>
              <a:t>LLM aggregation outperforms linear scoring</a:t>
            </a:r>
            <a:endParaRPr sz="1100">
              <a:solidFill>
                <a:srgbClr val="000000"/>
              </a:solidFill>
            </a:endParaRPr>
          </a:p>
        </p:txBody>
      </p:sp>
      <p:cxnSp>
        <p:nvCxnSpPr>
          <p:cNvPr id="541" name="Google Shape;541;p70"/>
          <p:cNvCxnSpPr/>
          <p:nvPr/>
        </p:nvCxnSpPr>
        <p:spPr>
          <a:xfrm>
            <a:off x="0" y="1218975"/>
            <a:ext cx="9144000" cy="0"/>
          </a:xfrm>
          <a:prstGeom prst="straightConnector1">
            <a:avLst/>
          </a:prstGeom>
          <a:noFill/>
          <a:ln cap="flat" cmpd="sng" w="9525">
            <a:solidFill>
              <a:schemeClr val="dk1"/>
            </a:solidFill>
            <a:prstDash val="solid"/>
            <a:round/>
            <a:headEnd len="med" w="med" type="none"/>
            <a:tailEnd len="med" w="med" type="none"/>
          </a:ln>
        </p:spPr>
      </p:cxnSp>
      <p:pic>
        <p:nvPicPr>
          <p:cNvPr id="542" name="Google Shape;542;p70"/>
          <p:cNvPicPr preferRelativeResize="0"/>
          <p:nvPr/>
        </p:nvPicPr>
        <p:blipFill>
          <a:blip r:embed="rId3">
            <a:alphaModFix/>
          </a:blip>
          <a:stretch>
            <a:fillRect/>
          </a:stretch>
        </p:blipFill>
        <p:spPr>
          <a:xfrm>
            <a:off x="3797425" y="1218975"/>
            <a:ext cx="2575175" cy="3865567"/>
          </a:xfrm>
          <a:prstGeom prst="rect">
            <a:avLst/>
          </a:prstGeom>
          <a:noFill/>
          <a:ln>
            <a:noFill/>
          </a:ln>
        </p:spPr>
      </p:pic>
      <p:pic>
        <p:nvPicPr>
          <p:cNvPr id="543" name="Google Shape;543;p70"/>
          <p:cNvPicPr preferRelativeResize="0"/>
          <p:nvPr/>
        </p:nvPicPr>
        <p:blipFill>
          <a:blip r:embed="rId4">
            <a:alphaModFix/>
          </a:blip>
          <a:stretch>
            <a:fillRect/>
          </a:stretch>
        </p:blipFill>
        <p:spPr>
          <a:xfrm>
            <a:off x="6372600" y="1218975"/>
            <a:ext cx="2685205" cy="392452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71"/>
          <p:cNvSpPr txBox="1"/>
          <p:nvPr>
            <p:ph type="title"/>
          </p:nvPr>
        </p:nvSpPr>
        <p:spPr>
          <a:xfrm>
            <a:off x="256025" y="213150"/>
            <a:ext cx="70785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 How Well Does It Work?</a:t>
            </a:r>
            <a:endParaRPr/>
          </a:p>
        </p:txBody>
      </p:sp>
      <p:sp>
        <p:nvSpPr>
          <p:cNvPr id="549" name="Google Shape;549;p71"/>
          <p:cNvSpPr txBox="1"/>
          <p:nvPr>
            <p:ph idx="1" type="body"/>
          </p:nvPr>
        </p:nvSpPr>
        <p:spPr>
          <a:xfrm>
            <a:off x="76750" y="1412875"/>
            <a:ext cx="3140100" cy="3787200"/>
          </a:xfrm>
          <a:prstGeom prst="rect">
            <a:avLst/>
          </a:prstGeom>
        </p:spPr>
        <p:txBody>
          <a:bodyPr anchorCtr="0" anchor="t" bIns="0" lIns="0" spcFirstLastPara="1" rIns="0" wrap="square" tIns="0">
            <a:spAutoFit/>
          </a:bodyPr>
          <a:lstStyle/>
          <a:p>
            <a:pPr indent="0" lvl="0" marL="0" rtl="0" algn="l">
              <a:spcBef>
                <a:spcPts val="1200"/>
              </a:spcBef>
              <a:spcAft>
                <a:spcPts val="0"/>
              </a:spcAft>
              <a:buNone/>
            </a:pPr>
            <a:r>
              <a:rPr lang="en" sz="1100">
                <a:solidFill>
                  <a:srgbClr val="000000"/>
                </a:solidFill>
              </a:rPr>
              <a:t>TrialGPT (GPT-4) vs best baseline (BioLinkBERT, MedNLI-trained):</a:t>
            </a:r>
            <a:endParaRPr sz="1100">
              <a:solidFill>
                <a:srgbClr val="000000"/>
              </a:solidFill>
            </a:endParaRPr>
          </a:p>
          <a:p>
            <a:pPr indent="-298450" lvl="0" marL="457200" rtl="0" algn="l">
              <a:spcBef>
                <a:spcPts val="1200"/>
              </a:spcBef>
              <a:spcAft>
                <a:spcPts val="0"/>
              </a:spcAft>
              <a:buClr>
                <a:srgbClr val="000000"/>
              </a:buClr>
              <a:buSzPts val="1100"/>
              <a:buFont typeface="Montserrat"/>
              <a:buChar char="●"/>
            </a:pPr>
            <a:r>
              <a:rPr lang="en" sz="1100">
                <a:solidFill>
                  <a:srgbClr val="000000"/>
                </a:solidFill>
              </a:rPr>
              <a:t>NDCG@10: 0.73 vs 0.48</a:t>
            </a:r>
            <a:endParaRPr sz="1100">
              <a:solidFill>
                <a:srgbClr val="000000"/>
              </a:solidFill>
            </a:endParaRPr>
          </a:p>
          <a:p>
            <a:pPr indent="-298450" lvl="0" marL="457200" rtl="0" algn="l">
              <a:spcBef>
                <a:spcPts val="0"/>
              </a:spcBef>
              <a:spcAft>
                <a:spcPts val="0"/>
              </a:spcAft>
              <a:buClr>
                <a:srgbClr val="000000"/>
              </a:buClr>
              <a:buSzPts val="1100"/>
              <a:buFont typeface="Montserrat"/>
              <a:buChar char="●"/>
            </a:pPr>
            <a:r>
              <a:rPr lang="en" sz="1100">
                <a:solidFill>
                  <a:srgbClr val="000000"/>
                </a:solidFill>
              </a:rPr>
              <a:t>P@10: 0.67 vs 0.43</a:t>
            </a:r>
            <a:endParaRPr sz="1100">
              <a:solidFill>
                <a:srgbClr val="000000"/>
              </a:solidFill>
            </a:endParaRPr>
          </a:p>
          <a:p>
            <a:pPr indent="-298450" lvl="0" marL="457200" rtl="0" algn="l">
              <a:spcBef>
                <a:spcPts val="0"/>
              </a:spcBef>
              <a:spcAft>
                <a:spcPts val="0"/>
              </a:spcAft>
              <a:buClr>
                <a:srgbClr val="000000"/>
              </a:buClr>
              <a:buSzPts val="1100"/>
              <a:buFont typeface="Montserrat"/>
              <a:buChar char="●"/>
            </a:pPr>
            <a:r>
              <a:rPr lang="en" sz="1100">
                <a:solidFill>
                  <a:srgbClr val="000000"/>
                </a:solidFill>
              </a:rPr>
              <a:t>AUROC: 0.80 vs 0.62</a:t>
            </a:r>
            <a:br>
              <a:rPr lang="en" sz="1100">
                <a:solidFill>
                  <a:srgbClr val="000000"/>
                </a:solidFill>
              </a:rPr>
            </a:br>
            <a:endParaRPr sz="1100">
              <a:solidFill>
                <a:srgbClr val="000000"/>
              </a:solidFill>
            </a:endParaRPr>
          </a:p>
          <a:p>
            <a:pPr indent="-298450" lvl="0" marL="457200" rtl="0" algn="l">
              <a:spcBef>
                <a:spcPts val="0"/>
              </a:spcBef>
              <a:spcAft>
                <a:spcPts val="0"/>
              </a:spcAft>
              <a:buClr>
                <a:srgbClr val="000000"/>
              </a:buClr>
              <a:buSzPts val="1100"/>
              <a:buFont typeface="Montserrat"/>
              <a:buChar char="●"/>
            </a:pPr>
            <a:r>
              <a:rPr lang="en" sz="1100">
                <a:solidFill>
                  <a:srgbClr val="000000"/>
                </a:solidFill>
              </a:rPr>
              <a:t>≈44% improvement in overall ranking &amp; exclusion accuracy</a:t>
            </a:r>
            <a:br>
              <a:rPr lang="en" sz="1100">
                <a:solidFill>
                  <a:srgbClr val="000000"/>
                </a:solidFill>
              </a:rPr>
            </a:br>
            <a:endParaRPr sz="1100">
              <a:solidFill>
                <a:srgbClr val="000000"/>
              </a:solidFill>
            </a:endParaRPr>
          </a:p>
          <a:p>
            <a:pPr indent="-298450" lvl="0" marL="457200" rtl="0" algn="l">
              <a:spcBef>
                <a:spcPts val="0"/>
              </a:spcBef>
              <a:spcAft>
                <a:spcPts val="0"/>
              </a:spcAft>
              <a:buClr>
                <a:srgbClr val="000000"/>
              </a:buClr>
              <a:buSzPts val="1100"/>
              <a:buFont typeface="Montserrat"/>
              <a:buChar char="●"/>
            </a:pPr>
            <a:r>
              <a:rPr lang="en" sz="1100">
                <a:solidFill>
                  <a:srgbClr val="000000"/>
                </a:solidFill>
              </a:rPr>
              <a:t>LLM aggregation (relevance/eligibility scores) outperforms linear aggregation and all encoder-decoder baselines</a:t>
            </a:r>
            <a:br>
              <a:rPr lang="en" sz="1100">
                <a:solidFill>
                  <a:srgbClr val="000000"/>
                </a:solidFill>
              </a:rPr>
            </a:br>
            <a:endParaRPr sz="1100">
              <a:solidFill>
                <a:srgbClr val="000000"/>
              </a:solidFill>
            </a:endParaRPr>
          </a:p>
          <a:p>
            <a:pPr indent="-298450" lvl="0" marL="457200" rtl="0" algn="l">
              <a:spcBef>
                <a:spcPts val="0"/>
              </a:spcBef>
              <a:spcAft>
                <a:spcPts val="0"/>
              </a:spcAft>
              <a:buClr>
                <a:srgbClr val="000000"/>
              </a:buClr>
              <a:buSzPts val="1100"/>
              <a:buFont typeface="Montserrat"/>
              <a:buChar char="●"/>
            </a:pPr>
            <a:r>
              <a:rPr lang="en" sz="1100">
                <a:solidFill>
                  <a:srgbClr val="000000"/>
                </a:solidFill>
              </a:rPr>
              <a:t>Strongest performance across all evaluation settings (SIGIR, TREC21, TREC22)</a:t>
            </a:r>
            <a:endParaRPr sz="1100">
              <a:solidFill>
                <a:srgbClr val="000000"/>
              </a:solidFill>
            </a:endParaRPr>
          </a:p>
          <a:p>
            <a:pPr indent="0" lvl="0" marL="0" rtl="0" algn="l">
              <a:spcBef>
                <a:spcPts val="1200"/>
              </a:spcBef>
              <a:spcAft>
                <a:spcPts val="1200"/>
              </a:spcAft>
              <a:buNone/>
            </a:pPr>
            <a:r>
              <a:t/>
            </a:r>
            <a:endParaRPr sz="1100">
              <a:solidFill>
                <a:srgbClr val="000000"/>
              </a:solidFill>
            </a:endParaRPr>
          </a:p>
        </p:txBody>
      </p:sp>
      <p:cxnSp>
        <p:nvCxnSpPr>
          <p:cNvPr id="550" name="Google Shape;550;p71"/>
          <p:cNvCxnSpPr/>
          <p:nvPr/>
        </p:nvCxnSpPr>
        <p:spPr>
          <a:xfrm>
            <a:off x="0" y="1218975"/>
            <a:ext cx="9144000" cy="0"/>
          </a:xfrm>
          <a:prstGeom prst="straightConnector1">
            <a:avLst/>
          </a:prstGeom>
          <a:noFill/>
          <a:ln cap="flat" cmpd="sng" w="9525">
            <a:solidFill>
              <a:schemeClr val="dk1"/>
            </a:solidFill>
            <a:prstDash val="solid"/>
            <a:round/>
            <a:headEnd len="med" w="med" type="none"/>
            <a:tailEnd len="med" w="med" type="none"/>
          </a:ln>
        </p:spPr>
      </p:cxnSp>
      <p:pic>
        <p:nvPicPr>
          <p:cNvPr id="551" name="Google Shape;551;p71"/>
          <p:cNvPicPr preferRelativeResize="0"/>
          <p:nvPr/>
        </p:nvPicPr>
        <p:blipFill>
          <a:blip r:embed="rId3">
            <a:alphaModFix/>
          </a:blip>
          <a:stretch>
            <a:fillRect/>
          </a:stretch>
        </p:blipFill>
        <p:spPr>
          <a:xfrm>
            <a:off x="3294175" y="1179875"/>
            <a:ext cx="5802951" cy="2511975"/>
          </a:xfrm>
          <a:prstGeom prst="rect">
            <a:avLst/>
          </a:prstGeom>
          <a:noFill/>
          <a:ln>
            <a:noFill/>
          </a:ln>
        </p:spPr>
      </p:pic>
      <p:pic>
        <p:nvPicPr>
          <p:cNvPr id="552" name="Google Shape;552;p71"/>
          <p:cNvPicPr preferRelativeResize="0"/>
          <p:nvPr/>
        </p:nvPicPr>
        <p:blipFill>
          <a:blip r:embed="rId4">
            <a:alphaModFix/>
          </a:blip>
          <a:stretch>
            <a:fillRect/>
          </a:stretch>
        </p:blipFill>
        <p:spPr>
          <a:xfrm>
            <a:off x="4400475" y="3915925"/>
            <a:ext cx="3143250" cy="9715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72"/>
          <p:cNvSpPr txBox="1"/>
          <p:nvPr>
            <p:ph type="title"/>
          </p:nvPr>
        </p:nvSpPr>
        <p:spPr>
          <a:xfrm>
            <a:off x="256025" y="213150"/>
            <a:ext cx="70785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Real-World Test: Physicians with TrialGPT</a:t>
            </a:r>
            <a:endParaRPr/>
          </a:p>
        </p:txBody>
      </p:sp>
      <p:sp>
        <p:nvSpPr>
          <p:cNvPr id="558" name="Google Shape;558;p72"/>
          <p:cNvSpPr txBox="1"/>
          <p:nvPr>
            <p:ph idx="1" type="body"/>
          </p:nvPr>
        </p:nvSpPr>
        <p:spPr>
          <a:xfrm>
            <a:off x="255975" y="1547275"/>
            <a:ext cx="3426900" cy="3479400"/>
          </a:xfrm>
          <a:prstGeom prst="rect">
            <a:avLst/>
          </a:prstGeom>
        </p:spPr>
        <p:txBody>
          <a:bodyPr anchorCtr="0" anchor="t" bIns="0" lIns="0" spcFirstLastPara="1" rIns="0" wrap="square" tIns="0">
            <a:spAutoFit/>
          </a:bodyPr>
          <a:lstStyle/>
          <a:p>
            <a:pPr indent="-298450" lvl="0" marL="457200" rtl="0" algn="l">
              <a:spcBef>
                <a:spcPts val="1200"/>
              </a:spcBef>
              <a:spcAft>
                <a:spcPts val="0"/>
              </a:spcAft>
              <a:buClr>
                <a:srgbClr val="000000"/>
              </a:buClr>
              <a:buSzPts val="1100"/>
              <a:buChar char="●"/>
            </a:pPr>
            <a:r>
              <a:rPr lang="en" sz="1100">
                <a:solidFill>
                  <a:srgbClr val="000000"/>
                </a:solidFill>
              </a:rPr>
              <a:t>6 trials × 6 patients → 36 screening tasks</a:t>
            </a:r>
            <a:br>
              <a:rPr lang="en" sz="1100">
                <a:solidFill>
                  <a:srgbClr val="000000"/>
                </a:solidFill>
              </a:rPr>
            </a:br>
            <a:endParaRPr sz="1100">
              <a:solidFill>
                <a:srgbClr val="000000"/>
              </a:solidFill>
            </a:endParaRPr>
          </a:p>
          <a:p>
            <a:pPr indent="-298450" lvl="0" marL="457200" rtl="0" algn="l">
              <a:spcBef>
                <a:spcPts val="0"/>
              </a:spcBef>
              <a:spcAft>
                <a:spcPts val="0"/>
              </a:spcAft>
              <a:buClr>
                <a:srgbClr val="000000"/>
              </a:buClr>
              <a:buSzPts val="1100"/>
              <a:buChar char="●"/>
            </a:pPr>
            <a:r>
              <a:rPr lang="en" sz="1100">
                <a:solidFill>
                  <a:srgbClr val="000000"/>
                </a:solidFill>
              </a:rPr>
              <a:t>Two physicians: half of tasks with TrialGPT, half without</a:t>
            </a:r>
            <a:br>
              <a:rPr lang="en" sz="1100">
                <a:solidFill>
                  <a:srgbClr val="000000"/>
                </a:solidFill>
              </a:rPr>
            </a:br>
            <a:endParaRPr sz="1100">
              <a:solidFill>
                <a:srgbClr val="000000"/>
              </a:solidFill>
            </a:endParaRPr>
          </a:p>
          <a:p>
            <a:pPr indent="-298450" lvl="0" marL="457200" rtl="0" algn="l">
              <a:spcBef>
                <a:spcPts val="0"/>
              </a:spcBef>
              <a:spcAft>
                <a:spcPts val="0"/>
              </a:spcAft>
              <a:buClr>
                <a:srgbClr val="000000"/>
              </a:buClr>
              <a:buSzPts val="1100"/>
              <a:buChar char="●"/>
            </a:pPr>
            <a:r>
              <a:rPr lang="en" sz="1100">
                <a:solidFill>
                  <a:srgbClr val="000000"/>
                </a:solidFill>
              </a:rPr>
              <a:t>Decision accuracy: 97% vs 92% (difference not statistically significant)</a:t>
            </a:r>
            <a:br>
              <a:rPr lang="en" sz="1100">
                <a:solidFill>
                  <a:srgbClr val="000000"/>
                </a:solidFill>
              </a:rPr>
            </a:br>
            <a:endParaRPr sz="1100">
              <a:solidFill>
                <a:srgbClr val="000000"/>
              </a:solidFill>
            </a:endParaRPr>
          </a:p>
          <a:p>
            <a:pPr indent="-298450" lvl="0" marL="457200" rtl="0" algn="l">
              <a:spcBef>
                <a:spcPts val="0"/>
              </a:spcBef>
              <a:spcAft>
                <a:spcPts val="0"/>
              </a:spcAft>
              <a:buClr>
                <a:srgbClr val="000000"/>
              </a:buClr>
              <a:buSzPts val="1100"/>
              <a:buChar char="●"/>
            </a:pPr>
            <a:r>
              <a:rPr lang="en" sz="1100">
                <a:solidFill>
                  <a:srgbClr val="000000"/>
                </a:solidFill>
              </a:rPr>
              <a:t>Screening time reduced by 42.6% on average</a:t>
            </a:r>
            <a:endParaRPr sz="1100">
              <a:solidFill>
                <a:srgbClr val="000000"/>
              </a:solidFill>
            </a:endParaRPr>
          </a:p>
          <a:p>
            <a:pPr indent="-298450" lvl="1" marL="914400" rtl="0" algn="l">
              <a:spcBef>
                <a:spcPts val="0"/>
              </a:spcBef>
              <a:spcAft>
                <a:spcPts val="0"/>
              </a:spcAft>
              <a:buClr>
                <a:srgbClr val="000000"/>
              </a:buClr>
              <a:buSzPts val="1100"/>
              <a:buChar char="○"/>
            </a:pPr>
            <a:r>
              <a:rPr lang="en" sz="1100">
                <a:solidFill>
                  <a:srgbClr val="000000"/>
                </a:solidFill>
              </a:rPr>
              <a:t>Greater savings for longer, more complex cases</a:t>
            </a:r>
            <a:br>
              <a:rPr lang="en" sz="1100">
                <a:solidFill>
                  <a:srgbClr val="000000"/>
                </a:solidFill>
              </a:rPr>
            </a:br>
            <a:endParaRPr sz="1100">
              <a:solidFill>
                <a:srgbClr val="000000"/>
              </a:solidFill>
            </a:endParaRPr>
          </a:p>
          <a:p>
            <a:pPr indent="-298450" lvl="0" marL="457200" rtl="0" algn="l">
              <a:spcBef>
                <a:spcPts val="0"/>
              </a:spcBef>
              <a:spcAft>
                <a:spcPts val="0"/>
              </a:spcAft>
              <a:buClr>
                <a:srgbClr val="000000"/>
              </a:buClr>
              <a:buSzPts val="1100"/>
              <a:buChar char="●"/>
            </a:pPr>
            <a:r>
              <a:rPr lang="en" sz="1100">
                <a:solidFill>
                  <a:srgbClr val="000000"/>
                </a:solidFill>
              </a:rPr>
              <a:t>Same decisions with or without AI (97% concordance)</a:t>
            </a:r>
            <a:br>
              <a:rPr lang="en" sz="1100">
                <a:solidFill>
                  <a:srgbClr val="000000"/>
                </a:solidFill>
              </a:rPr>
            </a:br>
            <a:endParaRPr sz="1100">
              <a:solidFill>
                <a:srgbClr val="000000"/>
              </a:solidFill>
            </a:endParaRPr>
          </a:p>
          <a:p>
            <a:pPr indent="-298450" lvl="0" marL="457200" rtl="0" algn="l">
              <a:spcBef>
                <a:spcPts val="0"/>
              </a:spcBef>
              <a:spcAft>
                <a:spcPts val="0"/>
              </a:spcAft>
              <a:buClr>
                <a:srgbClr val="000000"/>
              </a:buClr>
              <a:buSzPts val="1100"/>
              <a:buChar char="●"/>
            </a:pPr>
            <a:r>
              <a:rPr lang="en" sz="1100">
                <a:solidFill>
                  <a:srgbClr val="000000"/>
                </a:solidFill>
              </a:rPr>
              <a:t>P-values show time reduction is statistically significant (paired t-test)</a:t>
            </a:r>
            <a:endParaRPr sz="1100">
              <a:solidFill>
                <a:srgbClr val="000000"/>
              </a:solidFill>
            </a:endParaRPr>
          </a:p>
        </p:txBody>
      </p:sp>
      <p:cxnSp>
        <p:nvCxnSpPr>
          <p:cNvPr id="559" name="Google Shape;559;p72"/>
          <p:cNvCxnSpPr/>
          <p:nvPr/>
        </p:nvCxnSpPr>
        <p:spPr>
          <a:xfrm>
            <a:off x="0" y="1218975"/>
            <a:ext cx="9144000" cy="0"/>
          </a:xfrm>
          <a:prstGeom prst="straightConnector1">
            <a:avLst/>
          </a:prstGeom>
          <a:noFill/>
          <a:ln cap="flat" cmpd="sng" w="9525">
            <a:solidFill>
              <a:schemeClr val="dk1"/>
            </a:solidFill>
            <a:prstDash val="solid"/>
            <a:round/>
            <a:headEnd len="med" w="med" type="none"/>
            <a:tailEnd len="med" w="med" type="none"/>
          </a:ln>
        </p:spPr>
      </p:cxnSp>
      <p:pic>
        <p:nvPicPr>
          <p:cNvPr id="560" name="Google Shape;560;p72"/>
          <p:cNvPicPr preferRelativeResize="0"/>
          <p:nvPr/>
        </p:nvPicPr>
        <p:blipFill rotWithShape="1">
          <a:blip r:embed="rId3">
            <a:alphaModFix/>
          </a:blip>
          <a:srcRect b="0" l="5838" r="0" t="0"/>
          <a:stretch/>
        </p:blipFill>
        <p:spPr>
          <a:xfrm>
            <a:off x="3745625" y="2063750"/>
            <a:ext cx="5398374" cy="15997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73"/>
          <p:cNvSpPr txBox="1"/>
          <p:nvPr>
            <p:ph type="title"/>
          </p:nvPr>
        </p:nvSpPr>
        <p:spPr>
          <a:xfrm>
            <a:off x="256025" y="213150"/>
            <a:ext cx="70785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Randomization &amp; Blinding</a:t>
            </a:r>
            <a:endParaRPr/>
          </a:p>
        </p:txBody>
      </p:sp>
      <p:sp>
        <p:nvSpPr>
          <p:cNvPr id="566" name="Google Shape;566;p73"/>
          <p:cNvSpPr txBox="1"/>
          <p:nvPr>
            <p:ph idx="1" type="body"/>
          </p:nvPr>
        </p:nvSpPr>
        <p:spPr>
          <a:xfrm>
            <a:off x="255975" y="1547275"/>
            <a:ext cx="8238900" cy="2774400"/>
          </a:xfrm>
          <a:prstGeom prst="rect">
            <a:avLst/>
          </a:prstGeom>
        </p:spPr>
        <p:txBody>
          <a:bodyPr anchorCtr="0" anchor="t" bIns="0" lIns="0" spcFirstLastPara="1" rIns="0" wrap="square" tIns="0">
            <a:spAutoFit/>
          </a:bodyPr>
          <a:lstStyle/>
          <a:p>
            <a:pPr indent="-323850" lvl="0" marL="457200" rtl="0" algn="l">
              <a:spcBef>
                <a:spcPts val="1200"/>
              </a:spcBef>
              <a:spcAft>
                <a:spcPts val="0"/>
              </a:spcAft>
              <a:buClr>
                <a:srgbClr val="000000"/>
              </a:buClr>
              <a:buSzPts val="1500"/>
              <a:buChar char="●"/>
            </a:pPr>
            <a:r>
              <a:rPr lang="en" sz="1500">
                <a:solidFill>
                  <a:srgbClr val="000000"/>
                </a:solidFill>
              </a:rPr>
              <a:t>TrialGPT is used before randomization</a:t>
            </a:r>
            <a:br>
              <a:rPr lang="en" sz="1500">
                <a:solidFill>
                  <a:srgbClr val="000000"/>
                </a:solidFill>
              </a:rPr>
            </a:br>
            <a:endParaRPr sz="1500">
              <a:solidFill>
                <a:srgbClr val="000000"/>
              </a:solidFill>
            </a:endParaRPr>
          </a:p>
          <a:p>
            <a:pPr indent="-323850" lvl="0" marL="457200" rtl="0" algn="l">
              <a:spcBef>
                <a:spcPts val="0"/>
              </a:spcBef>
              <a:spcAft>
                <a:spcPts val="0"/>
              </a:spcAft>
              <a:buClr>
                <a:srgbClr val="000000"/>
              </a:buClr>
              <a:buSzPts val="1500"/>
              <a:buChar char="●"/>
            </a:pPr>
            <a:r>
              <a:rPr lang="en" sz="1500">
                <a:solidFill>
                  <a:srgbClr val="000000"/>
                </a:solidFill>
              </a:rPr>
              <a:t>Standardizes eligibility assessment → stronger internal validity</a:t>
            </a:r>
            <a:br>
              <a:rPr lang="en" sz="1500">
                <a:solidFill>
                  <a:srgbClr val="000000"/>
                </a:solidFill>
              </a:rPr>
            </a:br>
            <a:endParaRPr sz="1500">
              <a:solidFill>
                <a:srgbClr val="000000"/>
              </a:solidFill>
            </a:endParaRPr>
          </a:p>
          <a:p>
            <a:pPr indent="-323850" lvl="0" marL="457200" rtl="0" algn="l">
              <a:spcBef>
                <a:spcPts val="0"/>
              </a:spcBef>
              <a:spcAft>
                <a:spcPts val="0"/>
              </a:spcAft>
              <a:buClr>
                <a:srgbClr val="000000"/>
              </a:buClr>
              <a:buSzPts val="1500"/>
              <a:buChar char="●"/>
            </a:pPr>
            <a:r>
              <a:rPr lang="en" sz="1500">
                <a:solidFill>
                  <a:srgbClr val="000000"/>
                </a:solidFill>
              </a:rPr>
              <a:t>Blinding preserved (AI sees no treatment-arm info)</a:t>
            </a:r>
            <a:br>
              <a:rPr lang="en" sz="1500">
                <a:solidFill>
                  <a:srgbClr val="000000"/>
                </a:solidFill>
              </a:rPr>
            </a:br>
            <a:endParaRPr sz="1500">
              <a:solidFill>
                <a:srgbClr val="000000"/>
              </a:solidFill>
            </a:endParaRPr>
          </a:p>
          <a:p>
            <a:pPr indent="-323850" lvl="0" marL="457200" rtl="0" algn="l">
              <a:spcBef>
                <a:spcPts val="0"/>
              </a:spcBef>
              <a:spcAft>
                <a:spcPts val="0"/>
              </a:spcAft>
              <a:buClr>
                <a:srgbClr val="000000"/>
              </a:buClr>
              <a:buSzPts val="1500"/>
              <a:buChar char="●"/>
            </a:pPr>
            <a:r>
              <a:rPr lang="en" sz="1500">
                <a:solidFill>
                  <a:srgbClr val="000000"/>
                </a:solidFill>
              </a:rPr>
              <a:t>Reduces systematic eligibility bias across sites</a:t>
            </a:r>
            <a:br>
              <a:rPr lang="en" sz="1500">
                <a:solidFill>
                  <a:srgbClr val="000000"/>
                </a:solidFill>
              </a:rPr>
            </a:br>
            <a:endParaRPr sz="1500">
              <a:solidFill>
                <a:srgbClr val="000000"/>
              </a:solidFill>
            </a:endParaRPr>
          </a:p>
          <a:p>
            <a:pPr indent="-323850" lvl="0" marL="457200" rtl="0" algn="l">
              <a:spcBef>
                <a:spcPts val="0"/>
              </a:spcBef>
              <a:spcAft>
                <a:spcPts val="0"/>
              </a:spcAft>
              <a:buClr>
                <a:srgbClr val="000000"/>
              </a:buClr>
              <a:buSzPts val="1500"/>
              <a:buChar char="●"/>
            </a:pPr>
            <a:r>
              <a:rPr lang="en" sz="1500">
                <a:solidFill>
                  <a:srgbClr val="000000"/>
                </a:solidFill>
              </a:rPr>
              <a:t>Eliminates coordinator-to-coordinator variability</a:t>
            </a:r>
            <a:endParaRPr sz="1500">
              <a:solidFill>
                <a:srgbClr val="000000"/>
              </a:solidFill>
            </a:endParaRPr>
          </a:p>
          <a:p>
            <a:pPr indent="0" lvl="0" marL="457200" rtl="0" algn="l">
              <a:spcBef>
                <a:spcPts val="1200"/>
              </a:spcBef>
              <a:spcAft>
                <a:spcPts val="1200"/>
              </a:spcAft>
              <a:buNone/>
            </a:pPr>
            <a:r>
              <a:t/>
            </a:r>
            <a:endParaRPr sz="1500">
              <a:solidFill>
                <a:srgbClr val="000000"/>
              </a:solidFill>
            </a:endParaRPr>
          </a:p>
        </p:txBody>
      </p:sp>
      <p:cxnSp>
        <p:nvCxnSpPr>
          <p:cNvPr id="567" name="Google Shape;567;p73"/>
          <p:cNvCxnSpPr/>
          <p:nvPr/>
        </p:nvCxnSpPr>
        <p:spPr>
          <a:xfrm>
            <a:off x="0" y="1218975"/>
            <a:ext cx="91440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p74"/>
          <p:cNvSpPr txBox="1"/>
          <p:nvPr>
            <p:ph type="title"/>
          </p:nvPr>
        </p:nvSpPr>
        <p:spPr>
          <a:xfrm>
            <a:off x="256025" y="213150"/>
            <a:ext cx="70785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Statistical Considerations</a:t>
            </a:r>
            <a:endParaRPr/>
          </a:p>
        </p:txBody>
      </p:sp>
      <p:sp>
        <p:nvSpPr>
          <p:cNvPr id="573" name="Google Shape;573;p74"/>
          <p:cNvSpPr txBox="1"/>
          <p:nvPr>
            <p:ph idx="1" type="body"/>
          </p:nvPr>
        </p:nvSpPr>
        <p:spPr>
          <a:xfrm>
            <a:off x="256050" y="1520375"/>
            <a:ext cx="8631900" cy="2813700"/>
          </a:xfrm>
          <a:prstGeom prst="rect">
            <a:avLst/>
          </a:prstGeom>
        </p:spPr>
        <p:txBody>
          <a:bodyPr anchorCtr="0" anchor="t" bIns="0" lIns="0" spcFirstLastPara="1" rIns="0" wrap="square" tIns="0">
            <a:spAutoFit/>
          </a:bodyPr>
          <a:lstStyle/>
          <a:p>
            <a:pPr indent="0" lvl="0" marL="0" rtl="0" algn="l">
              <a:spcBef>
                <a:spcPts val="1200"/>
              </a:spcBef>
              <a:spcAft>
                <a:spcPts val="0"/>
              </a:spcAft>
              <a:buNone/>
            </a:pPr>
            <a:r>
              <a:rPr lang="en" sz="1400">
                <a:solidFill>
                  <a:srgbClr val="000000"/>
                </a:solidFill>
              </a:rPr>
              <a:t>Better screening → more accurate:</a:t>
            </a:r>
            <a:endParaRPr sz="1400">
              <a:solidFill>
                <a:srgbClr val="000000"/>
              </a:solidFill>
            </a:endParaRPr>
          </a:p>
          <a:p>
            <a:pPr indent="-317500" lvl="0" marL="457200" rtl="0" algn="l">
              <a:spcBef>
                <a:spcPts val="1200"/>
              </a:spcBef>
              <a:spcAft>
                <a:spcPts val="0"/>
              </a:spcAft>
              <a:buClr>
                <a:srgbClr val="000000"/>
              </a:buClr>
              <a:buSzPts val="1400"/>
              <a:buFont typeface="Montserrat"/>
              <a:buChar char="●"/>
            </a:pPr>
            <a:r>
              <a:rPr lang="en" sz="1400">
                <a:solidFill>
                  <a:srgbClr val="000000"/>
                </a:solidFill>
              </a:rPr>
              <a:t>Event-rate assumptions</a:t>
            </a:r>
            <a:endParaRPr sz="1400">
              <a:solidFill>
                <a:srgbClr val="000000"/>
              </a:solidFill>
            </a:endParaRPr>
          </a:p>
          <a:p>
            <a:pPr indent="-317500" lvl="0" marL="457200" rtl="0" algn="l">
              <a:spcBef>
                <a:spcPts val="0"/>
              </a:spcBef>
              <a:spcAft>
                <a:spcPts val="0"/>
              </a:spcAft>
              <a:buClr>
                <a:srgbClr val="000000"/>
              </a:buClr>
              <a:buSzPts val="1400"/>
              <a:buFont typeface="Montserrat"/>
              <a:buChar char="●"/>
            </a:pPr>
            <a:r>
              <a:rPr lang="en" sz="1400">
                <a:solidFill>
                  <a:srgbClr val="000000"/>
                </a:solidFill>
              </a:rPr>
              <a:t>Dropout projections</a:t>
            </a:r>
            <a:endParaRPr sz="1400">
              <a:solidFill>
                <a:srgbClr val="000000"/>
              </a:solidFill>
            </a:endParaRPr>
          </a:p>
          <a:p>
            <a:pPr indent="-317500" lvl="0" marL="457200" rtl="0" algn="l">
              <a:spcBef>
                <a:spcPts val="0"/>
              </a:spcBef>
              <a:spcAft>
                <a:spcPts val="0"/>
              </a:spcAft>
              <a:buClr>
                <a:srgbClr val="000000"/>
              </a:buClr>
              <a:buSzPts val="1400"/>
              <a:buFont typeface="Montserrat"/>
              <a:buChar char="●"/>
            </a:pPr>
            <a:r>
              <a:rPr lang="en" sz="1400">
                <a:solidFill>
                  <a:srgbClr val="000000"/>
                </a:solidFill>
              </a:rPr>
              <a:t>Screen-failure rates</a:t>
            </a:r>
            <a:endParaRPr sz="1400">
              <a:solidFill>
                <a:srgbClr val="000000"/>
              </a:solidFill>
            </a:endParaRPr>
          </a:p>
          <a:p>
            <a:pPr indent="0" lvl="0" marL="0" rtl="0" algn="l">
              <a:spcBef>
                <a:spcPts val="1200"/>
              </a:spcBef>
              <a:spcAft>
                <a:spcPts val="0"/>
              </a:spcAft>
              <a:buNone/>
            </a:pPr>
            <a:r>
              <a:rPr lang="en" sz="1400">
                <a:solidFill>
                  <a:srgbClr val="000000"/>
                </a:solidFill>
              </a:rPr>
              <a:t>Other benefits:</a:t>
            </a:r>
            <a:endParaRPr sz="1400">
              <a:solidFill>
                <a:srgbClr val="000000"/>
              </a:solidFill>
            </a:endParaRPr>
          </a:p>
          <a:p>
            <a:pPr indent="-317500" lvl="0" marL="457200" rtl="0" algn="l">
              <a:spcBef>
                <a:spcPts val="1200"/>
              </a:spcBef>
              <a:spcAft>
                <a:spcPts val="0"/>
              </a:spcAft>
              <a:buClr>
                <a:srgbClr val="000000"/>
              </a:buClr>
              <a:buSzPts val="1400"/>
              <a:buFont typeface="Arial"/>
              <a:buChar char="●"/>
            </a:pPr>
            <a:r>
              <a:rPr lang="en" sz="1400">
                <a:solidFill>
                  <a:srgbClr val="000000"/>
                </a:solidFill>
              </a:rPr>
              <a:t>Reduces eligibility misclassification error</a:t>
            </a:r>
            <a:endParaRPr sz="1400">
              <a:solidFill>
                <a:srgbClr val="000000"/>
              </a:solidFill>
            </a:endParaRPr>
          </a:p>
          <a:p>
            <a:pPr indent="-317500" lvl="0" marL="457200" rtl="0" algn="l">
              <a:spcBef>
                <a:spcPts val="0"/>
              </a:spcBef>
              <a:spcAft>
                <a:spcPts val="0"/>
              </a:spcAft>
              <a:buClr>
                <a:srgbClr val="000000"/>
              </a:buClr>
              <a:buSzPts val="1400"/>
              <a:buFont typeface="Arial"/>
              <a:buChar char="●"/>
            </a:pPr>
            <a:r>
              <a:rPr lang="en" sz="1400">
                <a:solidFill>
                  <a:srgbClr val="000000"/>
                </a:solidFill>
              </a:rPr>
              <a:t>Improves power calculations (fewer screen failures)</a:t>
            </a:r>
            <a:endParaRPr sz="1400">
              <a:solidFill>
                <a:srgbClr val="000000"/>
              </a:solidFill>
            </a:endParaRPr>
          </a:p>
          <a:p>
            <a:pPr indent="-317500" lvl="0" marL="457200" rtl="0" algn="l">
              <a:spcBef>
                <a:spcPts val="0"/>
              </a:spcBef>
              <a:spcAft>
                <a:spcPts val="0"/>
              </a:spcAft>
              <a:buClr>
                <a:srgbClr val="000000"/>
              </a:buClr>
              <a:buSzPts val="1400"/>
              <a:buFont typeface="Arial"/>
              <a:buChar char="●"/>
            </a:pPr>
            <a:r>
              <a:rPr lang="en" sz="1400">
                <a:solidFill>
                  <a:srgbClr val="000000"/>
                </a:solidFill>
              </a:rPr>
              <a:t>Criterion-level outputs allow sensitivity analyses (e.g., impact of mislabeling one criterion)</a:t>
            </a:r>
            <a:endParaRPr sz="1400">
              <a:solidFill>
                <a:srgbClr val="000000"/>
              </a:solidFill>
            </a:endParaRPr>
          </a:p>
          <a:p>
            <a:pPr indent="0" lvl="0" marL="0" rtl="0" algn="l">
              <a:spcBef>
                <a:spcPts val="1200"/>
              </a:spcBef>
              <a:spcAft>
                <a:spcPts val="1200"/>
              </a:spcAft>
              <a:buNone/>
            </a:pPr>
            <a:r>
              <a:t/>
            </a:r>
            <a:endParaRPr sz="1400">
              <a:solidFill>
                <a:srgbClr val="000000"/>
              </a:solidFill>
            </a:endParaRPr>
          </a:p>
        </p:txBody>
      </p:sp>
      <p:cxnSp>
        <p:nvCxnSpPr>
          <p:cNvPr id="574" name="Google Shape;574;p74"/>
          <p:cNvCxnSpPr/>
          <p:nvPr/>
        </p:nvCxnSpPr>
        <p:spPr>
          <a:xfrm>
            <a:off x="0" y="1218975"/>
            <a:ext cx="91440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75"/>
          <p:cNvSpPr txBox="1"/>
          <p:nvPr>
            <p:ph type="title"/>
          </p:nvPr>
        </p:nvSpPr>
        <p:spPr>
          <a:xfrm>
            <a:off x="256025" y="213150"/>
            <a:ext cx="70785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Bias and Limitations</a:t>
            </a:r>
            <a:endParaRPr/>
          </a:p>
        </p:txBody>
      </p:sp>
      <p:sp>
        <p:nvSpPr>
          <p:cNvPr id="580" name="Google Shape;580;p75"/>
          <p:cNvSpPr txBox="1"/>
          <p:nvPr>
            <p:ph idx="1" type="body"/>
          </p:nvPr>
        </p:nvSpPr>
        <p:spPr>
          <a:xfrm>
            <a:off x="256025" y="1352300"/>
            <a:ext cx="3660900" cy="3162300"/>
          </a:xfrm>
          <a:prstGeom prst="rect">
            <a:avLst/>
          </a:prstGeom>
        </p:spPr>
        <p:txBody>
          <a:bodyPr anchorCtr="0" anchor="t" bIns="0" lIns="0" spcFirstLastPara="1" rIns="0" wrap="square" tIns="0">
            <a:spAutoFit/>
          </a:bodyPr>
          <a:lstStyle/>
          <a:p>
            <a:pPr indent="0" lvl="0" marL="0" rtl="0" algn="l">
              <a:spcBef>
                <a:spcPts val="1200"/>
              </a:spcBef>
              <a:spcAft>
                <a:spcPts val="0"/>
              </a:spcAft>
              <a:buNone/>
            </a:pPr>
            <a:r>
              <a:rPr b="1" lang="en" sz="1100">
                <a:solidFill>
                  <a:srgbClr val="000000"/>
                </a:solidFill>
              </a:rPr>
              <a:t>Data limitations</a:t>
            </a:r>
            <a:endParaRPr b="1" sz="1100">
              <a:solidFill>
                <a:srgbClr val="000000"/>
              </a:solidFill>
            </a:endParaRPr>
          </a:p>
          <a:p>
            <a:pPr indent="-298450" lvl="0" marL="457200" rtl="0" algn="l">
              <a:spcBef>
                <a:spcPts val="1200"/>
              </a:spcBef>
              <a:spcAft>
                <a:spcPts val="0"/>
              </a:spcAft>
              <a:buClr>
                <a:srgbClr val="000000"/>
              </a:buClr>
              <a:buSzPts val="1100"/>
              <a:buFont typeface="Montserrat"/>
              <a:buChar char="●"/>
            </a:pPr>
            <a:r>
              <a:rPr lang="en" sz="1100">
                <a:solidFill>
                  <a:srgbClr val="000000"/>
                </a:solidFill>
              </a:rPr>
              <a:t>Synthetic cohorts → uncertain external validity</a:t>
            </a:r>
            <a:br>
              <a:rPr lang="en" sz="1100">
                <a:solidFill>
                  <a:srgbClr val="000000"/>
                </a:solidFill>
              </a:rPr>
            </a:br>
            <a:endParaRPr sz="1100">
              <a:solidFill>
                <a:srgbClr val="000000"/>
              </a:solidFill>
            </a:endParaRPr>
          </a:p>
          <a:p>
            <a:pPr indent="-298450" lvl="0" marL="457200" rtl="0" algn="l">
              <a:spcBef>
                <a:spcPts val="0"/>
              </a:spcBef>
              <a:spcAft>
                <a:spcPts val="0"/>
              </a:spcAft>
              <a:buClr>
                <a:srgbClr val="000000"/>
              </a:buClr>
              <a:buSzPts val="1100"/>
              <a:buFont typeface="Montserrat"/>
              <a:buChar char="●"/>
            </a:pPr>
            <a:r>
              <a:rPr lang="en" sz="1100">
                <a:solidFill>
                  <a:srgbClr val="000000"/>
                </a:solidFill>
              </a:rPr>
              <a:t>Domain shift across institutions</a:t>
            </a:r>
            <a:br>
              <a:rPr lang="en" sz="1100">
                <a:solidFill>
                  <a:srgbClr val="000000"/>
                </a:solidFill>
              </a:rPr>
            </a:br>
            <a:endParaRPr sz="1100">
              <a:solidFill>
                <a:srgbClr val="000000"/>
              </a:solidFill>
            </a:endParaRPr>
          </a:p>
          <a:p>
            <a:pPr indent="-298450" lvl="0" marL="457200" rtl="0" algn="l">
              <a:spcBef>
                <a:spcPts val="0"/>
              </a:spcBef>
              <a:spcAft>
                <a:spcPts val="0"/>
              </a:spcAft>
              <a:buClr>
                <a:srgbClr val="000000"/>
              </a:buClr>
              <a:buSzPts val="1100"/>
              <a:buFont typeface="Montserrat"/>
              <a:buChar char="●"/>
            </a:pPr>
            <a:r>
              <a:rPr lang="en" sz="1100">
                <a:solidFill>
                  <a:srgbClr val="000000"/>
                </a:solidFill>
              </a:rPr>
              <a:t>Demographic under-representation</a:t>
            </a:r>
            <a:br>
              <a:rPr lang="en" sz="1100">
                <a:solidFill>
                  <a:srgbClr val="000000"/>
                </a:solidFill>
              </a:rPr>
            </a:br>
            <a:endParaRPr sz="1100">
              <a:solidFill>
                <a:srgbClr val="000000"/>
              </a:solidFill>
            </a:endParaRPr>
          </a:p>
          <a:p>
            <a:pPr indent="0" lvl="0" marL="0" rtl="0" algn="l">
              <a:spcBef>
                <a:spcPts val="1200"/>
              </a:spcBef>
              <a:spcAft>
                <a:spcPts val="0"/>
              </a:spcAft>
              <a:buNone/>
            </a:pPr>
            <a:r>
              <a:rPr b="1" lang="en" sz="1100">
                <a:solidFill>
                  <a:srgbClr val="000000"/>
                </a:solidFill>
              </a:rPr>
              <a:t>Model limitations</a:t>
            </a:r>
            <a:endParaRPr b="1" sz="1100">
              <a:solidFill>
                <a:srgbClr val="000000"/>
              </a:solidFill>
            </a:endParaRPr>
          </a:p>
          <a:p>
            <a:pPr indent="-298450" lvl="0" marL="457200" rtl="0" algn="l">
              <a:spcBef>
                <a:spcPts val="1200"/>
              </a:spcBef>
              <a:spcAft>
                <a:spcPts val="0"/>
              </a:spcAft>
              <a:buClr>
                <a:srgbClr val="000000"/>
              </a:buClr>
              <a:buSzPts val="1100"/>
              <a:buFont typeface="Montserrat"/>
              <a:buChar char="●"/>
            </a:pPr>
            <a:r>
              <a:rPr lang="en" sz="1100">
                <a:solidFill>
                  <a:srgbClr val="000000"/>
                </a:solidFill>
              </a:rPr>
              <a:t>Dependence on GPT-4</a:t>
            </a:r>
            <a:br>
              <a:rPr lang="en" sz="1100">
                <a:solidFill>
                  <a:srgbClr val="000000"/>
                </a:solidFill>
              </a:rPr>
            </a:br>
            <a:endParaRPr sz="1100">
              <a:solidFill>
                <a:srgbClr val="000000"/>
              </a:solidFill>
            </a:endParaRPr>
          </a:p>
          <a:p>
            <a:pPr indent="-298450" lvl="0" marL="457200" rtl="0" algn="l">
              <a:spcBef>
                <a:spcPts val="0"/>
              </a:spcBef>
              <a:spcAft>
                <a:spcPts val="0"/>
              </a:spcAft>
              <a:buClr>
                <a:srgbClr val="000000"/>
              </a:buClr>
              <a:buSzPts val="1100"/>
              <a:buFont typeface="Montserrat"/>
              <a:buChar char="●"/>
            </a:pPr>
            <a:r>
              <a:rPr lang="en" sz="1100">
                <a:solidFill>
                  <a:srgbClr val="000000"/>
                </a:solidFill>
              </a:rPr>
              <a:t>Hallucination risk</a:t>
            </a:r>
            <a:br>
              <a:rPr lang="en" sz="1100">
                <a:solidFill>
                  <a:srgbClr val="000000"/>
                </a:solidFill>
              </a:rPr>
            </a:br>
            <a:endParaRPr sz="1100">
              <a:solidFill>
                <a:srgbClr val="000000"/>
              </a:solidFill>
            </a:endParaRPr>
          </a:p>
          <a:p>
            <a:pPr indent="-298450" lvl="0" marL="457200" rtl="0" algn="l">
              <a:spcBef>
                <a:spcPts val="0"/>
              </a:spcBef>
              <a:spcAft>
                <a:spcPts val="0"/>
              </a:spcAft>
              <a:buClr>
                <a:srgbClr val="000000"/>
              </a:buClr>
              <a:buSzPts val="1100"/>
              <a:buFont typeface="Montserrat"/>
              <a:buChar char="●"/>
            </a:pPr>
            <a:r>
              <a:rPr lang="en" sz="1100">
                <a:solidFill>
                  <a:srgbClr val="000000"/>
                </a:solidFill>
              </a:rPr>
              <a:t>Knowledge gaps in rare conditions</a:t>
            </a:r>
            <a:br>
              <a:rPr lang="en" sz="1100">
                <a:solidFill>
                  <a:srgbClr val="000000"/>
                </a:solidFill>
              </a:rPr>
            </a:br>
            <a:endParaRPr sz="1100">
              <a:solidFill>
                <a:srgbClr val="000000"/>
              </a:solidFill>
            </a:endParaRPr>
          </a:p>
        </p:txBody>
      </p:sp>
      <p:cxnSp>
        <p:nvCxnSpPr>
          <p:cNvPr id="581" name="Google Shape;581;p75"/>
          <p:cNvCxnSpPr/>
          <p:nvPr/>
        </p:nvCxnSpPr>
        <p:spPr>
          <a:xfrm>
            <a:off x="0" y="1218975"/>
            <a:ext cx="9144000" cy="0"/>
          </a:xfrm>
          <a:prstGeom prst="straightConnector1">
            <a:avLst/>
          </a:prstGeom>
          <a:noFill/>
          <a:ln cap="flat" cmpd="sng" w="9525">
            <a:solidFill>
              <a:schemeClr val="dk1"/>
            </a:solidFill>
            <a:prstDash val="solid"/>
            <a:round/>
            <a:headEnd len="med" w="med" type="none"/>
            <a:tailEnd len="med" w="med" type="none"/>
          </a:ln>
        </p:spPr>
      </p:cxnSp>
      <p:sp>
        <p:nvSpPr>
          <p:cNvPr id="582" name="Google Shape;582;p75"/>
          <p:cNvSpPr txBox="1"/>
          <p:nvPr/>
        </p:nvSpPr>
        <p:spPr>
          <a:xfrm>
            <a:off x="4892675" y="1352300"/>
            <a:ext cx="3000000" cy="2763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100">
                <a:latin typeface="Montserrat"/>
                <a:ea typeface="Montserrat"/>
                <a:cs typeface="Montserrat"/>
                <a:sym typeface="Montserrat"/>
              </a:rPr>
              <a:t>Annotation &amp; documentation issues</a:t>
            </a:r>
            <a:endParaRPr b="1" sz="1100">
              <a:latin typeface="Montserrat"/>
              <a:ea typeface="Montserrat"/>
              <a:cs typeface="Montserrat"/>
              <a:sym typeface="Montserrat"/>
            </a:endParaRPr>
          </a:p>
          <a:p>
            <a:pPr indent="-298450" lvl="0" marL="457200" rtl="0" algn="l">
              <a:lnSpc>
                <a:spcPct val="115000"/>
              </a:lnSpc>
              <a:spcBef>
                <a:spcPts val="1200"/>
              </a:spcBef>
              <a:spcAft>
                <a:spcPts val="0"/>
              </a:spcAft>
              <a:buSzPts val="1100"/>
              <a:buFont typeface="Montserrat"/>
              <a:buChar char="●"/>
            </a:pPr>
            <a:r>
              <a:rPr lang="en" sz="1100">
                <a:latin typeface="Montserrat"/>
                <a:ea typeface="Montserrat"/>
                <a:cs typeface="Montserrat"/>
                <a:sym typeface="Montserrat"/>
              </a:rPr>
              <a:t>Ambiguous criteria → noisy labels</a:t>
            </a:r>
            <a:br>
              <a:rPr lang="en" sz="1100">
                <a:latin typeface="Montserrat"/>
                <a:ea typeface="Montserrat"/>
                <a:cs typeface="Montserrat"/>
                <a:sym typeface="Montserrat"/>
              </a:rPr>
            </a:br>
            <a:endParaRPr sz="1100">
              <a:latin typeface="Montserrat"/>
              <a:ea typeface="Montserrat"/>
              <a:cs typeface="Montserrat"/>
              <a:sym typeface="Montserrat"/>
            </a:endParaRPr>
          </a:p>
          <a:p>
            <a:pPr indent="-298450" lvl="0" marL="457200" rtl="0" algn="l">
              <a:lnSpc>
                <a:spcPct val="115000"/>
              </a:lnSpc>
              <a:spcBef>
                <a:spcPts val="0"/>
              </a:spcBef>
              <a:spcAft>
                <a:spcPts val="0"/>
              </a:spcAft>
              <a:buSzPts val="1100"/>
              <a:buFont typeface="Montserrat"/>
              <a:buChar char="●"/>
            </a:pPr>
            <a:r>
              <a:rPr lang="en" sz="1100">
                <a:latin typeface="Montserrat"/>
                <a:ea typeface="Montserrat"/>
                <a:cs typeface="Montserrat"/>
                <a:sym typeface="Montserrat"/>
              </a:rPr>
              <a:t>Variability in EHR documentation</a:t>
            </a:r>
            <a:br>
              <a:rPr lang="en" sz="1100">
                <a:latin typeface="Montserrat"/>
                <a:ea typeface="Montserrat"/>
                <a:cs typeface="Montserrat"/>
                <a:sym typeface="Montserrat"/>
              </a:rPr>
            </a:br>
            <a:endParaRPr sz="1100">
              <a:latin typeface="Montserrat"/>
              <a:ea typeface="Montserrat"/>
              <a:cs typeface="Montserrat"/>
              <a:sym typeface="Montserrat"/>
            </a:endParaRPr>
          </a:p>
          <a:p>
            <a:pPr indent="0" lvl="0" marL="0" rtl="0" algn="l">
              <a:lnSpc>
                <a:spcPct val="115000"/>
              </a:lnSpc>
              <a:spcBef>
                <a:spcPts val="1200"/>
              </a:spcBef>
              <a:spcAft>
                <a:spcPts val="0"/>
              </a:spcAft>
              <a:buNone/>
            </a:pPr>
            <a:r>
              <a:rPr b="1" lang="en" sz="1100">
                <a:latin typeface="Montserrat"/>
                <a:ea typeface="Montserrat"/>
                <a:cs typeface="Montserrat"/>
                <a:sym typeface="Montserrat"/>
              </a:rPr>
              <a:t>Ethical considerations</a:t>
            </a:r>
            <a:endParaRPr b="1" sz="1100">
              <a:latin typeface="Montserrat"/>
              <a:ea typeface="Montserrat"/>
              <a:cs typeface="Montserrat"/>
              <a:sym typeface="Montserrat"/>
            </a:endParaRPr>
          </a:p>
          <a:p>
            <a:pPr indent="-298450" lvl="0" marL="457200" rtl="0" algn="l">
              <a:lnSpc>
                <a:spcPct val="115000"/>
              </a:lnSpc>
              <a:spcBef>
                <a:spcPts val="1200"/>
              </a:spcBef>
              <a:spcAft>
                <a:spcPts val="0"/>
              </a:spcAft>
              <a:buSzPts val="1100"/>
              <a:buFont typeface="Montserrat"/>
              <a:buChar char="●"/>
            </a:pPr>
            <a:r>
              <a:rPr lang="en" sz="1100">
                <a:latin typeface="Montserrat"/>
                <a:ea typeface="Montserrat"/>
                <a:cs typeface="Montserrat"/>
                <a:sym typeface="Montserrat"/>
              </a:rPr>
              <a:t>Transparency &amp; explainability</a:t>
            </a:r>
            <a:br>
              <a:rPr lang="en" sz="1100">
                <a:latin typeface="Montserrat"/>
                <a:ea typeface="Montserrat"/>
                <a:cs typeface="Montserrat"/>
                <a:sym typeface="Montserrat"/>
              </a:rPr>
            </a:br>
            <a:endParaRPr sz="1100">
              <a:latin typeface="Montserrat"/>
              <a:ea typeface="Montserrat"/>
              <a:cs typeface="Montserrat"/>
              <a:sym typeface="Montserrat"/>
            </a:endParaRPr>
          </a:p>
          <a:p>
            <a:pPr indent="-298450" lvl="0" marL="457200" rtl="0" algn="l">
              <a:lnSpc>
                <a:spcPct val="115000"/>
              </a:lnSpc>
              <a:spcBef>
                <a:spcPts val="0"/>
              </a:spcBef>
              <a:spcAft>
                <a:spcPts val="0"/>
              </a:spcAft>
              <a:buSzPts val="1100"/>
              <a:buFont typeface="Montserrat"/>
              <a:buChar char="●"/>
            </a:pPr>
            <a:r>
              <a:rPr lang="en" sz="1100">
                <a:latin typeface="Montserrat"/>
                <a:ea typeface="Montserrat"/>
                <a:cs typeface="Montserrat"/>
                <a:sym typeface="Montserrat"/>
              </a:rPr>
              <a:t>Bias propagation</a:t>
            </a:r>
            <a:br>
              <a:rPr lang="en" sz="1100">
                <a:latin typeface="Montserrat"/>
                <a:ea typeface="Montserrat"/>
                <a:cs typeface="Montserrat"/>
                <a:sym typeface="Montserrat"/>
              </a:rPr>
            </a:br>
            <a:endParaRPr sz="1100">
              <a:latin typeface="Montserrat"/>
              <a:ea typeface="Montserrat"/>
              <a:cs typeface="Montserrat"/>
              <a:sym typeface="Montserrat"/>
            </a:endParaRPr>
          </a:p>
          <a:p>
            <a:pPr indent="-298450" lvl="0" marL="457200" rtl="0" algn="l">
              <a:lnSpc>
                <a:spcPct val="115000"/>
              </a:lnSpc>
              <a:spcBef>
                <a:spcPts val="0"/>
              </a:spcBef>
              <a:spcAft>
                <a:spcPts val="0"/>
              </a:spcAft>
              <a:buSzPts val="1100"/>
              <a:buFont typeface="Montserrat"/>
              <a:buChar char="●"/>
            </a:pPr>
            <a:r>
              <a:rPr lang="en" sz="1100">
                <a:latin typeface="Montserrat"/>
                <a:ea typeface="Montserrat"/>
                <a:cs typeface="Montserrat"/>
                <a:sym typeface="Montserrat"/>
              </a:rPr>
              <a:t>Need for human oversight</a:t>
            </a:r>
            <a:endParaRPr sz="1100">
              <a:latin typeface="Montserrat"/>
              <a:ea typeface="Montserrat"/>
              <a:cs typeface="Montserrat"/>
              <a:sym typeface="Montserra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76"/>
          <p:cNvSpPr txBox="1"/>
          <p:nvPr>
            <p:ph type="title"/>
          </p:nvPr>
        </p:nvSpPr>
        <p:spPr>
          <a:xfrm>
            <a:off x="256025" y="213150"/>
            <a:ext cx="70785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Practical Impact &amp; Future Directions</a:t>
            </a:r>
            <a:endParaRPr/>
          </a:p>
        </p:txBody>
      </p:sp>
      <p:sp>
        <p:nvSpPr>
          <p:cNvPr id="588" name="Google Shape;588;p76"/>
          <p:cNvSpPr txBox="1"/>
          <p:nvPr>
            <p:ph idx="1" type="body"/>
          </p:nvPr>
        </p:nvSpPr>
        <p:spPr>
          <a:xfrm>
            <a:off x="255975" y="1547275"/>
            <a:ext cx="8631900" cy="3151500"/>
          </a:xfrm>
          <a:prstGeom prst="rect">
            <a:avLst/>
          </a:prstGeom>
        </p:spPr>
        <p:txBody>
          <a:bodyPr anchorCtr="0" anchor="t" bIns="0" lIns="0" spcFirstLastPara="1" rIns="0" wrap="square" tIns="0">
            <a:spAutoFit/>
          </a:bodyPr>
          <a:lstStyle/>
          <a:p>
            <a:pPr indent="-323850" lvl="0" marL="457200" rtl="0" algn="l">
              <a:spcBef>
                <a:spcPts val="1200"/>
              </a:spcBef>
              <a:spcAft>
                <a:spcPts val="0"/>
              </a:spcAft>
              <a:buClr>
                <a:srgbClr val="000000"/>
              </a:buClr>
              <a:buSzPts val="1500"/>
              <a:buChar char="●"/>
            </a:pPr>
            <a:r>
              <a:rPr lang="en" sz="1500">
                <a:solidFill>
                  <a:srgbClr val="000000"/>
                </a:solidFill>
              </a:rPr>
              <a:t>Faster enrollment → fewer protocol deviations</a:t>
            </a:r>
            <a:br>
              <a:rPr lang="en" sz="1500">
                <a:solidFill>
                  <a:srgbClr val="000000"/>
                </a:solidFill>
              </a:rPr>
            </a:br>
            <a:endParaRPr sz="1500">
              <a:solidFill>
                <a:srgbClr val="000000"/>
              </a:solidFill>
            </a:endParaRPr>
          </a:p>
          <a:p>
            <a:pPr indent="-323850" lvl="0" marL="457200" rtl="0" algn="l">
              <a:spcBef>
                <a:spcPts val="0"/>
              </a:spcBef>
              <a:spcAft>
                <a:spcPts val="0"/>
              </a:spcAft>
              <a:buClr>
                <a:srgbClr val="000000"/>
              </a:buClr>
              <a:buSzPts val="1500"/>
              <a:buChar char="●"/>
            </a:pPr>
            <a:r>
              <a:rPr lang="en" sz="1500">
                <a:solidFill>
                  <a:srgbClr val="000000"/>
                </a:solidFill>
              </a:rPr>
              <a:t>Standardized eligibility screening across sites</a:t>
            </a:r>
            <a:br>
              <a:rPr lang="en" sz="1500">
                <a:solidFill>
                  <a:srgbClr val="000000"/>
                </a:solidFill>
              </a:rPr>
            </a:br>
            <a:endParaRPr sz="1500">
              <a:solidFill>
                <a:srgbClr val="000000"/>
              </a:solidFill>
            </a:endParaRPr>
          </a:p>
          <a:p>
            <a:pPr indent="-323850" lvl="0" marL="457200" rtl="0" algn="l">
              <a:spcBef>
                <a:spcPts val="0"/>
              </a:spcBef>
              <a:spcAft>
                <a:spcPts val="0"/>
              </a:spcAft>
              <a:buClr>
                <a:srgbClr val="000000"/>
              </a:buClr>
              <a:buSzPts val="1500"/>
              <a:buChar char="●"/>
            </a:pPr>
            <a:r>
              <a:rPr lang="en" sz="1500">
                <a:solidFill>
                  <a:srgbClr val="000000"/>
                </a:solidFill>
              </a:rPr>
              <a:t>Enhances support for adaptive and platform trials</a:t>
            </a:r>
            <a:br>
              <a:rPr lang="en" sz="1500">
                <a:solidFill>
                  <a:srgbClr val="000000"/>
                </a:solidFill>
              </a:rPr>
            </a:br>
            <a:endParaRPr sz="1500">
              <a:solidFill>
                <a:srgbClr val="000000"/>
              </a:solidFill>
            </a:endParaRPr>
          </a:p>
          <a:p>
            <a:pPr indent="-323850" lvl="0" marL="457200" rtl="0" algn="l">
              <a:spcBef>
                <a:spcPts val="0"/>
              </a:spcBef>
              <a:spcAft>
                <a:spcPts val="0"/>
              </a:spcAft>
              <a:buClr>
                <a:srgbClr val="000000"/>
              </a:buClr>
              <a:buSzPts val="1500"/>
              <a:buChar char="●"/>
            </a:pPr>
            <a:r>
              <a:rPr lang="en" sz="1500">
                <a:solidFill>
                  <a:srgbClr val="000000"/>
                </a:solidFill>
              </a:rPr>
              <a:t>Potential integration with:</a:t>
            </a:r>
            <a:endParaRPr sz="1500">
              <a:solidFill>
                <a:srgbClr val="000000"/>
              </a:solidFill>
            </a:endParaRPr>
          </a:p>
          <a:p>
            <a:pPr indent="-323850" lvl="1" marL="914400" rtl="0" algn="l">
              <a:spcBef>
                <a:spcPts val="0"/>
              </a:spcBef>
              <a:spcAft>
                <a:spcPts val="0"/>
              </a:spcAft>
              <a:buClr>
                <a:srgbClr val="000000"/>
              </a:buClr>
              <a:buSzPts val="1500"/>
              <a:buChar char="○"/>
            </a:pPr>
            <a:r>
              <a:rPr lang="en" sz="1500">
                <a:solidFill>
                  <a:srgbClr val="000000"/>
                </a:solidFill>
              </a:rPr>
              <a:t>Multimodal inputs (EHR + imaging + labs)</a:t>
            </a:r>
            <a:endParaRPr sz="1500">
              <a:solidFill>
                <a:srgbClr val="000000"/>
              </a:solidFill>
            </a:endParaRPr>
          </a:p>
          <a:p>
            <a:pPr indent="-323850" lvl="1" marL="914400" rtl="0" algn="l">
              <a:spcBef>
                <a:spcPts val="0"/>
              </a:spcBef>
              <a:spcAft>
                <a:spcPts val="0"/>
              </a:spcAft>
              <a:buClr>
                <a:srgbClr val="000000"/>
              </a:buClr>
              <a:buSzPts val="1500"/>
              <a:buChar char="○"/>
            </a:pPr>
            <a:r>
              <a:rPr lang="en" sz="1500">
                <a:solidFill>
                  <a:srgbClr val="000000"/>
                </a:solidFill>
              </a:rPr>
              <a:t>Prospective clinical evaluation</a:t>
            </a:r>
            <a:endParaRPr sz="1500">
              <a:solidFill>
                <a:srgbClr val="000000"/>
              </a:solidFill>
            </a:endParaRPr>
          </a:p>
          <a:p>
            <a:pPr indent="-323850" lvl="1" marL="914400" rtl="0" algn="l">
              <a:spcBef>
                <a:spcPts val="0"/>
              </a:spcBef>
              <a:spcAft>
                <a:spcPts val="0"/>
              </a:spcAft>
              <a:buClr>
                <a:srgbClr val="000000"/>
              </a:buClr>
              <a:buSzPts val="1500"/>
              <a:buChar char="○"/>
            </a:pPr>
            <a:r>
              <a:rPr lang="en" sz="1500">
                <a:solidFill>
                  <a:srgbClr val="000000"/>
                </a:solidFill>
              </a:rPr>
              <a:t>Smaller, domain-specific medical LLMs</a:t>
            </a:r>
            <a:endParaRPr sz="1500">
              <a:solidFill>
                <a:srgbClr val="000000"/>
              </a:solidFill>
            </a:endParaRPr>
          </a:p>
          <a:p>
            <a:pPr indent="-323850" lvl="1" marL="914400" rtl="0" algn="l">
              <a:spcBef>
                <a:spcPts val="0"/>
              </a:spcBef>
              <a:spcAft>
                <a:spcPts val="0"/>
              </a:spcAft>
              <a:buClr>
                <a:srgbClr val="000000"/>
              </a:buClr>
              <a:buSzPts val="1500"/>
              <a:buChar char="○"/>
            </a:pPr>
            <a:r>
              <a:rPr lang="en" sz="1500">
                <a:solidFill>
                  <a:srgbClr val="000000"/>
                </a:solidFill>
              </a:rPr>
              <a:t>Workflow automation in trial centers</a:t>
            </a:r>
            <a:br>
              <a:rPr lang="en" sz="1500">
                <a:solidFill>
                  <a:srgbClr val="000000"/>
                </a:solidFill>
              </a:rPr>
            </a:br>
            <a:endParaRPr sz="1500">
              <a:solidFill>
                <a:srgbClr val="000000"/>
              </a:solidFill>
            </a:endParaRPr>
          </a:p>
        </p:txBody>
      </p:sp>
      <p:cxnSp>
        <p:nvCxnSpPr>
          <p:cNvPr id="589" name="Google Shape;589;p76"/>
          <p:cNvCxnSpPr/>
          <p:nvPr/>
        </p:nvCxnSpPr>
        <p:spPr>
          <a:xfrm>
            <a:off x="0" y="1218975"/>
            <a:ext cx="91440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77"/>
          <p:cNvSpPr txBox="1"/>
          <p:nvPr>
            <p:ph type="title"/>
          </p:nvPr>
        </p:nvSpPr>
        <p:spPr>
          <a:xfrm>
            <a:off x="256025" y="213150"/>
            <a:ext cx="70785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References</a:t>
            </a:r>
            <a:endParaRPr/>
          </a:p>
        </p:txBody>
      </p:sp>
      <p:sp>
        <p:nvSpPr>
          <p:cNvPr id="595" name="Google Shape;595;p77"/>
          <p:cNvSpPr txBox="1"/>
          <p:nvPr>
            <p:ph idx="1" type="body"/>
          </p:nvPr>
        </p:nvSpPr>
        <p:spPr>
          <a:xfrm>
            <a:off x="255975" y="1547275"/>
            <a:ext cx="8631900" cy="3234600"/>
          </a:xfrm>
          <a:prstGeom prst="rect">
            <a:avLst/>
          </a:prstGeom>
        </p:spPr>
        <p:txBody>
          <a:bodyPr anchorCtr="0" anchor="t" bIns="0" lIns="0" spcFirstLastPara="1" rIns="0" wrap="square" tIns="0">
            <a:spAutoFit/>
          </a:bodyPr>
          <a:lstStyle/>
          <a:p>
            <a:pPr indent="0" lvl="0" marL="0" rtl="0" algn="l">
              <a:spcBef>
                <a:spcPts val="1200"/>
              </a:spcBef>
              <a:spcAft>
                <a:spcPts val="0"/>
              </a:spcAft>
              <a:buNone/>
            </a:pPr>
            <a:r>
              <a:rPr lang="en" sz="1100">
                <a:solidFill>
                  <a:srgbClr val="000000"/>
                </a:solidFill>
              </a:rPr>
              <a:t>Brown, T., Mann, B., Ryder, N., Subbiah, M., Kaplan, J., Dhariwal, P., … &amp; Amodei, D. (2020). Language models are few-shot learners. NeurIPS, 33, 1877–1901. https://arxiv.org/abs/2005.14165</a:t>
            </a:r>
            <a:endParaRPr sz="1100">
              <a:solidFill>
                <a:srgbClr val="000000"/>
              </a:solidFill>
            </a:endParaRPr>
          </a:p>
          <a:p>
            <a:pPr indent="0" lvl="0" marL="0" rtl="0" algn="l">
              <a:spcBef>
                <a:spcPts val="1200"/>
              </a:spcBef>
              <a:spcAft>
                <a:spcPts val="0"/>
              </a:spcAft>
              <a:buNone/>
            </a:pPr>
            <a:r>
              <a:rPr lang="en" sz="1100">
                <a:solidFill>
                  <a:srgbClr val="000000"/>
                </a:solidFill>
              </a:rPr>
              <a:t>Jin, Q., Yu, F., Wang, X., et al. (2024). TrialGPT: End-to-end patient-to-trial matching with large language models. Nature Communications, 15, 53081. https://doi.org/10.1038/s41467-024-53081-z</a:t>
            </a:r>
            <a:endParaRPr sz="1100">
              <a:solidFill>
                <a:srgbClr val="000000"/>
              </a:solidFill>
            </a:endParaRPr>
          </a:p>
          <a:p>
            <a:pPr indent="0" lvl="0" marL="0" rtl="0" algn="l">
              <a:spcBef>
                <a:spcPts val="1200"/>
              </a:spcBef>
              <a:spcAft>
                <a:spcPts val="0"/>
              </a:spcAft>
              <a:buNone/>
            </a:pPr>
            <a:r>
              <a:rPr lang="en" sz="1100">
                <a:solidFill>
                  <a:srgbClr val="000000"/>
                </a:solidFill>
              </a:rPr>
              <a:t>Lu, J. (2024, January 12). From PubMed to TrialGPT: Exploring the impact of AI and large language models in medicine [Video]. YouTube. https://www.youtube.com/watch?v=QwIlSA7n_ks</a:t>
            </a:r>
            <a:endParaRPr sz="1100">
              <a:solidFill>
                <a:srgbClr val="000000"/>
              </a:solidFill>
            </a:endParaRPr>
          </a:p>
          <a:p>
            <a:pPr indent="0" lvl="0" marL="0" rtl="0" algn="l">
              <a:spcBef>
                <a:spcPts val="1200"/>
              </a:spcBef>
              <a:spcAft>
                <a:spcPts val="0"/>
              </a:spcAft>
              <a:buNone/>
            </a:pPr>
            <a:r>
              <a:rPr lang="en" sz="1100">
                <a:solidFill>
                  <a:srgbClr val="000000"/>
                </a:solidFill>
              </a:rPr>
              <a:t>Robertson, S., &amp; Walker, S. (1994). Some simple effective approximations to the 2–Poisson model for probabilistic weighted retrieval. SIGIR, 232–241.</a:t>
            </a:r>
            <a:endParaRPr sz="1100">
              <a:solidFill>
                <a:srgbClr val="000000"/>
              </a:solidFill>
            </a:endParaRPr>
          </a:p>
          <a:p>
            <a:pPr indent="0" lvl="0" marL="0" rtl="0" algn="l">
              <a:spcBef>
                <a:spcPts val="1200"/>
              </a:spcBef>
              <a:spcAft>
                <a:spcPts val="0"/>
              </a:spcAft>
              <a:buNone/>
            </a:pPr>
            <a:r>
              <a:rPr lang="en" sz="1100">
                <a:solidFill>
                  <a:srgbClr val="000000"/>
                </a:solidFill>
              </a:rPr>
              <a:t>Singhal, K., Azizi, S., Tu, T., Mahdavi, S. S., Wei, J., Chung, H., … &amp; Natarajan, V. (2023). Large language models encode clinical knowledge. Nature, 620(7972), 172–180. https://doi.org/10.1038/s41586-023-06467-6</a:t>
            </a:r>
            <a:endParaRPr sz="1100">
              <a:solidFill>
                <a:srgbClr val="000000"/>
              </a:solidFill>
            </a:endParaRPr>
          </a:p>
          <a:p>
            <a:pPr indent="0" lvl="0" marL="0" rtl="0" algn="l">
              <a:spcBef>
                <a:spcPts val="1200"/>
              </a:spcBef>
              <a:spcAft>
                <a:spcPts val="0"/>
              </a:spcAft>
              <a:buNone/>
            </a:pPr>
            <a:r>
              <a:t/>
            </a:r>
            <a:endParaRPr sz="1100">
              <a:solidFill>
                <a:srgbClr val="000000"/>
              </a:solidFill>
            </a:endParaRPr>
          </a:p>
          <a:p>
            <a:pPr indent="0" lvl="0" marL="0" rtl="0" algn="l">
              <a:spcBef>
                <a:spcPts val="1200"/>
              </a:spcBef>
              <a:spcAft>
                <a:spcPts val="1200"/>
              </a:spcAft>
              <a:buNone/>
            </a:pPr>
            <a:r>
              <a:t/>
            </a:r>
            <a:endParaRPr sz="1100">
              <a:solidFill>
                <a:srgbClr val="000000"/>
              </a:solidFill>
            </a:endParaRPr>
          </a:p>
        </p:txBody>
      </p:sp>
      <p:cxnSp>
        <p:nvCxnSpPr>
          <p:cNvPr id="596" name="Google Shape;596;p77"/>
          <p:cNvCxnSpPr/>
          <p:nvPr/>
        </p:nvCxnSpPr>
        <p:spPr>
          <a:xfrm>
            <a:off x="0" y="1218975"/>
            <a:ext cx="91440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Quarterly Planning Meeting">
  <a:themeElements>
    <a:clrScheme name="Simple Light">
      <a:dk1>
        <a:srgbClr val="D21117"/>
      </a:dk1>
      <a:lt1>
        <a:srgbClr val="F6EEEB"/>
      </a:lt1>
      <a:dk2>
        <a:srgbClr val="ECECEC"/>
      </a:dk2>
      <a:lt2>
        <a:srgbClr val="353635"/>
      </a:lt2>
      <a:accent1>
        <a:srgbClr val="B9DFFF"/>
      </a:accent1>
      <a:accent2>
        <a:srgbClr val="006CE9"/>
      </a:accent2>
      <a:accent3>
        <a:srgbClr val="FBFAFA"/>
      </a:accent3>
      <a:accent4>
        <a:srgbClr val="686868"/>
      </a:accent4>
      <a:accent5>
        <a:srgbClr val="C5C5C5"/>
      </a:accent5>
      <a:accent6>
        <a:srgbClr val="FFC1C3"/>
      </a:accent6>
      <a:hlink>
        <a:srgbClr val="006CE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